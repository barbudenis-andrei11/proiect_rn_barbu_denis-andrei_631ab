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0"/>
  </p:notesMasterIdLst>
  <p:sldIdLst>
    <p:sldId id="256" r:id="rId2"/>
    <p:sldId id="258" r:id="rId3"/>
    <p:sldId id="264" r:id="rId4"/>
    <p:sldId id="262" r:id="rId5"/>
    <p:sldId id="265" r:id="rId6"/>
    <p:sldId id="279" r:id="rId7"/>
    <p:sldId id="312" r:id="rId8"/>
    <p:sldId id="259" r:id="rId9"/>
  </p:sldIdLst>
  <p:sldSz cx="9144000" cy="5143500" type="screen16x9"/>
  <p:notesSz cx="6858000" cy="9144000"/>
  <p:embeddedFontLst>
    <p:embeddedFont>
      <p:font typeface="Anaheim" panose="020B0604020202020204" charset="0"/>
      <p:regular r:id="rId11"/>
      <p:bold r:id="rId12"/>
    </p:embeddedFon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Kanit" panose="020B0604020202020204" charset="-34"/>
      <p:regular r:id="rId17"/>
      <p:bold r:id="rId18"/>
      <p:italic r:id="rId19"/>
      <p:boldItalic r:id="rId20"/>
    </p:embeddedFont>
    <p:embeddedFont>
      <p:font typeface="Nunito Light" pitchFamily="2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AFCDC6-823D-49BD-A1CE-98368EB67879}">
  <a:tblStyle styleId="{E7AFCDC6-823D-49BD-A1CE-98368EB678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1AB1203-EE5A-41FE-81DC-979E2DACC0A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b8403309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b84033099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268fac0c38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268fac0c38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>
          <a:extLst>
            <a:ext uri="{FF2B5EF4-FFF2-40B4-BE49-F238E27FC236}">
              <a16:creationId xmlns:a16="http://schemas.microsoft.com/office/drawing/2014/main" id="{C786A796-2AE1-BBA8-F254-40C8F7EBA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54dda1946d_6_344:notes">
            <a:extLst>
              <a:ext uri="{FF2B5EF4-FFF2-40B4-BE49-F238E27FC236}">
                <a16:creationId xmlns:a16="http://schemas.microsoft.com/office/drawing/2014/main" id="{4FB387EC-1C59-7CCC-1DA9-EA6D29666F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54dda1946d_6_344:notes">
            <a:extLst>
              <a:ext uri="{FF2B5EF4-FFF2-40B4-BE49-F238E27FC236}">
                <a16:creationId xmlns:a16="http://schemas.microsoft.com/office/drawing/2014/main" id="{4A7EC1D1-5963-E50B-24BB-429245ED1D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4135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268fac0c38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268fac0c38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0"/>
            <a:ext cx="9144099" cy="5168521"/>
            <a:chOff x="0" y="0"/>
            <a:chExt cx="9144099" cy="5168521"/>
          </a:xfrm>
        </p:grpSpPr>
        <p:pic>
          <p:nvPicPr>
            <p:cNvPr id="10" name="Google Shape;10;p2"/>
            <p:cNvPicPr preferRelativeResize="0"/>
            <p:nvPr/>
          </p:nvPicPr>
          <p:blipFill rotWithShape="1">
            <a:blip r:embed="rId2">
              <a:alphaModFix/>
            </a:blip>
            <a:srcRect l="20835" t="6393"/>
            <a:stretch/>
          </p:blipFill>
          <p:spPr>
            <a:xfrm>
              <a:off x="0" y="0"/>
              <a:ext cx="2845048" cy="300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 rotWithShape="1">
            <a:blip r:embed="rId3">
              <a:alphaModFix/>
            </a:blip>
            <a:srcRect l="41951"/>
            <a:stretch/>
          </p:blipFill>
          <p:spPr>
            <a:xfrm flipH="1">
              <a:off x="7536749" y="988125"/>
              <a:ext cx="1607350" cy="2477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 rotWithShape="1">
            <a:blip r:embed="rId3">
              <a:alphaModFix/>
            </a:blip>
            <a:srcRect t="58006"/>
            <a:stretch/>
          </p:blipFill>
          <p:spPr>
            <a:xfrm flipH="1">
              <a:off x="4897524" y="1"/>
              <a:ext cx="2665276" cy="10015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b="25578"/>
            <a:stretch/>
          </p:blipFill>
          <p:spPr>
            <a:xfrm>
              <a:off x="5459100" y="3499475"/>
              <a:ext cx="2468675" cy="1644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2"/>
            <p:cNvPicPr preferRelativeResize="0"/>
            <p:nvPr/>
          </p:nvPicPr>
          <p:blipFill rotWithShape="1">
            <a:blip r:embed="rId4">
              <a:alphaModFix/>
            </a:blip>
            <a:srcRect t="45127"/>
            <a:stretch/>
          </p:blipFill>
          <p:spPr>
            <a:xfrm>
              <a:off x="2256575" y="6"/>
              <a:ext cx="3720551" cy="767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2"/>
            <p:cNvPicPr preferRelativeResize="0"/>
            <p:nvPr/>
          </p:nvPicPr>
          <p:blipFill rotWithShape="1">
            <a:blip r:embed="rId3">
              <a:alphaModFix/>
            </a:blip>
            <a:srcRect l="36338" b="83134"/>
            <a:stretch/>
          </p:blipFill>
          <p:spPr>
            <a:xfrm flipH="1">
              <a:off x="7381199" y="4725625"/>
              <a:ext cx="1762801" cy="417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16;p2"/>
            <p:cNvPicPr preferRelativeResize="0"/>
            <p:nvPr/>
          </p:nvPicPr>
          <p:blipFill rotWithShape="1">
            <a:blip r:embed="rId3">
              <a:alphaModFix/>
            </a:blip>
            <a:srcRect l="24806" b="40912"/>
            <a:stretch/>
          </p:blipFill>
          <p:spPr>
            <a:xfrm>
              <a:off x="0" y="3679450"/>
              <a:ext cx="2082124" cy="1464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2"/>
            <p:cNvPicPr preferRelativeResize="0"/>
            <p:nvPr/>
          </p:nvPicPr>
          <p:blipFill rotWithShape="1">
            <a:blip r:embed="rId3">
              <a:alphaModFix/>
            </a:blip>
            <a:srcRect l="36257"/>
            <a:stretch/>
          </p:blipFill>
          <p:spPr>
            <a:xfrm>
              <a:off x="0" y="2609550"/>
              <a:ext cx="1607350" cy="22564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2"/>
            <p:cNvPicPr preferRelativeResize="0"/>
            <p:nvPr/>
          </p:nvPicPr>
          <p:blipFill rotWithShape="1">
            <a:blip r:embed="rId3">
              <a:alphaModFix/>
            </a:blip>
            <a:srcRect l="60468"/>
            <a:stretch/>
          </p:blipFill>
          <p:spPr>
            <a:xfrm>
              <a:off x="0" y="2609550"/>
              <a:ext cx="996875" cy="22564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63079"/>
            <a:stretch/>
          </p:blipFill>
          <p:spPr>
            <a:xfrm flipH="1">
              <a:off x="1793324" y="4253721"/>
              <a:ext cx="2768926" cy="914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1466700" y="951050"/>
            <a:ext cx="6210600" cy="222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5">
            <a:alphaModFix/>
          </a:blip>
          <a:srcRect t="30079"/>
          <a:stretch/>
        </p:blipFill>
        <p:spPr>
          <a:xfrm>
            <a:off x="328675" y="4"/>
            <a:ext cx="222225" cy="189367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>
            <a:spLocks noGrp="1"/>
          </p:cNvSpPr>
          <p:nvPr>
            <p:ph type="subTitle" idx="1"/>
          </p:nvPr>
        </p:nvSpPr>
        <p:spPr>
          <a:xfrm>
            <a:off x="3130350" y="3578325"/>
            <a:ext cx="2883300" cy="7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13" name="Google Shape;113;p6"/>
          <p:cNvGrpSpPr/>
          <p:nvPr/>
        </p:nvGrpSpPr>
        <p:grpSpPr>
          <a:xfrm>
            <a:off x="0" y="3509788"/>
            <a:ext cx="9147475" cy="1636113"/>
            <a:chOff x="0" y="3509788"/>
            <a:chExt cx="9147475" cy="1636113"/>
          </a:xfrm>
        </p:grpSpPr>
        <p:grpSp>
          <p:nvGrpSpPr>
            <p:cNvPr id="114" name="Google Shape;114;p6"/>
            <p:cNvGrpSpPr/>
            <p:nvPr/>
          </p:nvGrpSpPr>
          <p:grpSpPr>
            <a:xfrm>
              <a:off x="545775" y="4697275"/>
              <a:ext cx="1388225" cy="448625"/>
              <a:chOff x="545775" y="4697275"/>
              <a:chExt cx="1388225" cy="448625"/>
            </a:xfrm>
          </p:grpSpPr>
          <p:cxnSp>
            <p:nvCxnSpPr>
              <p:cNvPr id="115" name="Google Shape;115;p6"/>
              <p:cNvCxnSpPr/>
              <p:nvPr/>
            </p:nvCxnSpPr>
            <p:spPr>
              <a:xfrm rot="10800000" flipH="1">
                <a:off x="545775" y="4738175"/>
                <a:ext cx="406800" cy="40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6"/>
              <p:cNvCxnSpPr/>
              <p:nvPr/>
            </p:nvCxnSpPr>
            <p:spPr>
              <a:xfrm rot="10800000">
                <a:off x="952300" y="4741375"/>
                <a:ext cx="593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6"/>
              <p:cNvCxnSpPr/>
              <p:nvPr/>
            </p:nvCxnSpPr>
            <p:spPr>
              <a:xfrm rot="10800000" flipH="1">
                <a:off x="745650" y="4837800"/>
                <a:ext cx="308100" cy="308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" name="Google Shape;118;p6"/>
              <p:cNvCxnSpPr>
                <a:stCxn id="119" idx="2"/>
              </p:cNvCxnSpPr>
              <p:nvPr/>
            </p:nvCxnSpPr>
            <p:spPr>
              <a:xfrm rot="10800000">
                <a:off x="1053500" y="4840900"/>
                <a:ext cx="724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0" name="Google Shape;120;p6"/>
              <p:cNvSpPr/>
              <p:nvPr/>
            </p:nvSpPr>
            <p:spPr>
              <a:xfrm rot="10800000" flipH="1">
                <a:off x="1545400" y="4697275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" name="Google Shape;119;p6"/>
              <p:cNvSpPr/>
              <p:nvPr/>
            </p:nvSpPr>
            <p:spPr>
              <a:xfrm rot="10800000" flipH="1">
                <a:off x="1777700" y="4796800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1" name="Google Shape;121;p6"/>
            <p:cNvGrpSpPr/>
            <p:nvPr/>
          </p:nvGrpSpPr>
          <p:grpSpPr>
            <a:xfrm>
              <a:off x="0" y="4297500"/>
              <a:ext cx="720000" cy="842900"/>
              <a:chOff x="0" y="4297500"/>
              <a:chExt cx="720000" cy="842900"/>
            </a:xfrm>
          </p:grpSpPr>
          <p:cxnSp>
            <p:nvCxnSpPr>
              <p:cNvPr id="122" name="Google Shape;122;p6"/>
              <p:cNvCxnSpPr/>
              <p:nvPr/>
            </p:nvCxnSpPr>
            <p:spPr>
              <a:xfrm rot="10800000" flipH="1">
                <a:off x="0" y="4737500"/>
                <a:ext cx="402900" cy="4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 rot="10800000" flipH="1">
                <a:off x="228025" y="4737500"/>
                <a:ext cx="402900" cy="4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4" name="Google Shape;124;p6"/>
              <p:cNvSpPr/>
              <p:nvPr/>
            </p:nvSpPr>
            <p:spPr>
              <a:xfrm rot="10800000" flipH="1">
                <a:off x="563700" y="4690850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125" name="Google Shape;125;p6"/>
              <p:cNvCxnSpPr/>
              <p:nvPr/>
            </p:nvCxnSpPr>
            <p:spPr>
              <a:xfrm rot="10800000">
                <a:off x="397975" y="4360975"/>
                <a:ext cx="0" cy="38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6" name="Google Shape;126;p6"/>
              <p:cNvSpPr/>
              <p:nvPr/>
            </p:nvSpPr>
            <p:spPr>
              <a:xfrm rot="10800000" flipH="1">
                <a:off x="319825" y="4297500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7" name="Google Shape;127;p6"/>
            <p:cNvGrpSpPr/>
            <p:nvPr/>
          </p:nvGrpSpPr>
          <p:grpSpPr>
            <a:xfrm>
              <a:off x="8424000" y="3509788"/>
              <a:ext cx="723475" cy="1636113"/>
              <a:chOff x="8424000" y="3509788"/>
              <a:chExt cx="723475" cy="1636113"/>
            </a:xfrm>
          </p:grpSpPr>
          <p:grpSp>
            <p:nvGrpSpPr>
              <p:cNvPr id="128" name="Google Shape;128;p6"/>
              <p:cNvGrpSpPr/>
              <p:nvPr/>
            </p:nvGrpSpPr>
            <p:grpSpPr>
              <a:xfrm>
                <a:off x="8527900" y="3667288"/>
                <a:ext cx="619575" cy="743275"/>
                <a:chOff x="8527900" y="3667288"/>
                <a:chExt cx="619575" cy="743275"/>
              </a:xfrm>
            </p:grpSpPr>
            <p:cxnSp>
              <p:nvCxnSpPr>
                <p:cNvPr id="129" name="Google Shape;129;p6"/>
                <p:cNvCxnSpPr/>
                <p:nvPr/>
              </p:nvCxnSpPr>
              <p:spPr>
                <a:xfrm>
                  <a:off x="8527900" y="4052588"/>
                  <a:ext cx="311100" cy="291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" name="Google Shape;130;p6"/>
                <p:cNvCxnSpPr/>
                <p:nvPr/>
              </p:nvCxnSpPr>
              <p:spPr>
                <a:xfrm>
                  <a:off x="8528875" y="4052588"/>
                  <a:ext cx="618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31" name="Google Shape;131;p6"/>
                <p:cNvSpPr/>
                <p:nvPr/>
              </p:nvSpPr>
              <p:spPr>
                <a:xfrm>
                  <a:off x="8791550" y="4322363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cxnSp>
              <p:nvCxnSpPr>
                <p:cNvPr id="132" name="Google Shape;132;p6"/>
                <p:cNvCxnSpPr/>
                <p:nvPr/>
              </p:nvCxnSpPr>
              <p:spPr>
                <a:xfrm rot="10800000">
                  <a:off x="8830425" y="3912850"/>
                  <a:ext cx="312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" name="Google Shape;133;p6"/>
                <p:cNvCxnSpPr/>
                <p:nvPr/>
              </p:nvCxnSpPr>
              <p:spPr>
                <a:xfrm rot="10800000">
                  <a:off x="8615863" y="3698188"/>
                  <a:ext cx="214800" cy="214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34" name="Google Shape;134;p6"/>
                <p:cNvSpPr/>
                <p:nvPr/>
              </p:nvSpPr>
              <p:spPr>
                <a:xfrm rot="10800000">
                  <a:off x="8540713" y="3667288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135" name="Google Shape;135;p6"/>
              <p:cNvGrpSpPr/>
              <p:nvPr/>
            </p:nvGrpSpPr>
            <p:grpSpPr>
              <a:xfrm>
                <a:off x="8424000" y="3509788"/>
                <a:ext cx="719025" cy="1636113"/>
                <a:chOff x="8424000" y="3509788"/>
                <a:chExt cx="719025" cy="1636113"/>
              </a:xfrm>
            </p:grpSpPr>
            <p:grpSp>
              <p:nvGrpSpPr>
                <p:cNvPr id="136" name="Google Shape;136;p6"/>
                <p:cNvGrpSpPr/>
                <p:nvPr/>
              </p:nvGrpSpPr>
              <p:grpSpPr>
                <a:xfrm>
                  <a:off x="8424000" y="4341950"/>
                  <a:ext cx="462825" cy="803950"/>
                  <a:chOff x="8424000" y="4341950"/>
                  <a:chExt cx="462825" cy="803950"/>
                </a:xfrm>
              </p:grpSpPr>
              <p:cxnSp>
                <p:nvCxnSpPr>
                  <p:cNvPr id="137" name="Google Shape;137;p6"/>
                  <p:cNvCxnSpPr/>
                  <p:nvPr/>
                </p:nvCxnSpPr>
                <p:spPr>
                  <a:xfrm rot="10800000">
                    <a:off x="8886825" y="4765200"/>
                    <a:ext cx="0" cy="3807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8" name="Google Shape;138;p6"/>
                  <p:cNvCxnSpPr/>
                  <p:nvPr/>
                </p:nvCxnSpPr>
                <p:spPr>
                  <a:xfrm>
                    <a:off x="8523525" y="4404275"/>
                    <a:ext cx="363300" cy="3633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139" name="Google Shape;139;p6"/>
                  <p:cNvSpPr/>
                  <p:nvPr/>
                </p:nvSpPr>
                <p:spPr>
                  <a:xfrm>
                    <a:off x="8424000" y="4341950"/>
                    <a:ext cx="156300" cy="88200"/>
                  </a:xfrm>
                  <a:prstGeom prst="ellipse">
                    <a:avLst/>
                  </a:prstGeom>
                  <a:solidFill>
                    <a:schemeClr val="dk2"/>
                  </a:solidFill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140" name="Google Shape;140;p6"/>
                <p:cNvGrpSpPr/>
                <p:nvPr/>
              </p:nvGrpSpPr>
              <p:grpSpPr>
                <a:xfrm>
                  <a:off x="8729588" y="3509788"/>
                  <a:ext cx="413438" cy="245700"/>
                  <a:chOff x="8729588" y="3509788"/>
                  <a:chExt cx="413438" cy="245700"/>
                </a:xfrm>
              </p:grpSpPr>
              <p:cxnSp>
                <p:nvCxnSpPr>
                  <p:cNvPr id="141" name="Google Shape;141;p6"/>
                  <p:cNvCxnSpPr/>
                  <p:nvPr/>
                </p:nvCxnSpPr>
                <p:spPr>
                  <a:xfrm rot="10800000">
                    <a:off x="9015225" y="3755350"/>
                    <a:ext cx="127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42" name="Google Shape;142;p6"/>
                  <p:cNvCxnSpPr/>
                  <p:nvPr/>
                </p:nvCxnSpPr>
                <p:spPr>
                  <a:xfrm rot="10800000">
                    <a:off x="8804738" y="3540688"/>
                    <a:ext cx="214800" cy="2148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143" name="Google Shape;143;p6"/>
                  <p:cNvSpPr/>
                  <p:nvPr/>
                </p:nvSpPr>
                <p:spPr>
                  <a:xfrm rot="10800000">
                    <a:off x="8729588" y="3509788"/>
                    <a:ext cx="156300" cy="88200"/>
                  </a:xfrm>
                  <a:prstGeom prst="ellipse">
                    <a:avLst/>
                  </a:prstGeom>
                  <a:solidFill>
                    <a:schemeClr val="dk2"/>
                  </a:solidFill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6" name="Google Shape;146;p7"/>
          <p:cNvSpPr txBox="1">
            <a:spLocks noGrp="1"/>
          </p:cNvSpPr>
          <p:nvPr>
            <p:ph type="subTitle" idx="1"/>
          </p:nvPr>
        </p:nvSpPr>
        <p:spPr>
          <a:xfrm>
            <a:off x="4786075" y="1744100"/>
            <a:ext cx="3645000" cy="21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Inter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47" name="Google Shape;147;p7"/>
          <p:cNvSpPr>
            <a:spLocks noGrp="1"/>
          </p:cNvSpPr>
          <p:nvPr>
            <p:ph type="pic" idx="2"/>
          </p:nvPr>
        </p:nvSpPr>
        <p:spPr>
          <a:xfrm>
            <a:off x="796700" y="1194775"/>
            <a:ext cx="3579900" cy="3198000"/>
          </a:xfrm>
          <a:prstGeom prst="snip2DiagRect">
            <a:avLst>
              <a:gd name="adj1" fmla="val 0"/>
              <a:gd name="adj2" fmla="val 16667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148" name="Google Shape;148;p7"/>
          <p:cNvGrpSpPr/>
          <p:nvPr/>
        </p:nvGrpSpPr>
        <p:grpSpPr>
          <a:xfrm>
            <a:off x="0" y="3071250"/>
            <a:ext cx="9147250" cy="2074650"/>
            <a:chOff x="0" y="3071250"/>
            <a:chExt cx="9147250" cy="2074650"/>
          </a:xfrm>
        </p:grpSpPr>
        <p:grpSp>
          <p:nvGrpSpPr>
            <p:cNvPr id="149" name="Google Shape;149;p7"/>
            <p:cNvGrpSpPr/>
            <p:nvPr/>
          </p:nvGrpSpPr>
          <p:grpSpPr>
            <a:xfrm>
              <a:off x="0" y="3509788"/>
              <a:ext cx="723475" cy="1636113"/>
              <a:chOff x="0" y="3509788"/>
              <a:chExt cx="723475" cy="1636113"/>
            </a:xfrm>
          </p:grpSpPr>
          <p:grpSp>
            <p:nvGrpSpPr>
              <p:cNvPr id="150" name="Google Shape;150;p7"/>
              <p:cNvGrpSpPr/>
              <p:nvPr/>
            </p:nvGrpSpPr>
            <p:grpSpPr>
              <a:xfrm>
                <a:off x="260650" y="4341950"/>
                <a:ext cx="462825" cy="803950"/>
                <a:chOff x="260650" y="4341950"/>
                <a:chExt cx="462825" cy="803950"/>
              </a:xfrm>
            </p:grpSpPr>
            <p:cxnSp>
              <p:nvCxnSpPr>
                <p:cNvPr id="151" name="Google Shape;151;p7"/>
                <p:cNvCxnSpPr/>
                <p:nvPr/>
              </p:nvCxnSpPr>
              <p:spPr>
                <a:xfrm rot="10800000">
                  <a:off x="260650" y="4765200"/>
                  <a:ext cx="0" cy="38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2" name="Google Shape;152;p7"/>
                <p:cNvCxnSpPr/>
                <p:nvPr/>
              </p:nvCxnSpPr>
              <p:spPr>
                <a:xfrm flipH="1">
                  <a:off x="260650" y="4404275"/>
                  <a:ext cx="363300" cy="363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53" name="Google Shape;153;p7"/>
                <p:cNvSpPr/>
                <p:nvPr/>
              </p:nvSpPr>
              <p:spPr>
                <a:xfrm flipH="1">
                  <a:off x="567175" y="4341950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cxnSp>
            <p:nvCxnSpPr>
              <p:cNvPr id="154" name="Google Shape;154;p7"/>
              <p:cNvCxnSpPr/>
              <p:nvPr/>
            </p:nvCxnSpPr>
            <p:spPr>
              <a:xfrm flipH="1">
                <a:off x="308475" y="4052588"/>
                <a:ext cx="311100" cy="29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" name="Google Shape;155;p7"/>
              <p:cNvCxnSpPr/>
              <p:nvPr/>
            </p:nvCxnSpPr>
            <p:spPr>
              <a:xfrm rot="10800000">
                <a:off x="0" y="4052588"/>
                <a:ext cx="618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6" name="Google Shape;156;p7"/>
              <p:cNvSpPr/>
              <p:nvPr/>
            </p:nvSpPr>
            <p:spPr>
              <a:xfrm flipH="1">
                <a:off x="199625" y="4322363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157" name="Google Shape;157;p7"/>
              <p:cNvCxnSpPr/>
              <p:nvPr/>
            </p:nvCxnSpPr>
            <p:spPr>
              <a:xfrm>
                <a:off x="4450" y="3912850"/>
                <a:ext cx="312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 rot="10800000" flipH="1">
                <a:off x="316813" y="3698188"/>
                <a:ext cx="214800" cy="21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9" name="Google Shape;159;p7"/>
              <p:cNvSpPr/>
              <p:nvPr/>
            </p:nvSpPr>
            <p:spPr>
              <a:xfrm rot="10800000" flipH="1">
                <a:off x="450463" y="3667288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160" name="Google Shape;160;p7"/>
              <p:cNvCxnSpPr/>
              <p:nvPr/>
            </p:nvCxnSpPr>
            <p:spPr>
              <a:xfrm>
                <a:off x="4450" y="3755350"/>
                <a:ext cx="127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 rot="10800000" flipH="1">
                <a:off x="127938" y="3540688"/>
                <a:ext cx="214800" cy="21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62" name="Google Shape;162;p7"/>
              <p:cNvSpPr/>
              <p:nvPr/>
            </p:nvSpPr>
            <p:spPr>
              <a:xfrm rot="10800000" flipH="1">
                <a:off x="261588" y="3509788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3" name="Google Shape;163;p7"/>
            <p:cNvGrpSpPr/>
            <p:nvPr/>
          </p:nvGrpSpPr>
          <p:grpSpPr>
            <a:xfrm>
              <a:off x="6645250" y="3071250"/>
              <a:ext cx="2502000" cy="2074650"/>
              <a:chOff x="6645250" y="3071250"/>
              <a:chExt cx="2502000" cy="2074650"/>
            </a:xfrm>
          </p:grpSpPr>
          <p:grpSp>
            <p:nvGrpSpPr>
              <p:cNvPr id="164" name="Google Shape;164;p7"/>
              <p:cNvGrpSpPr/>
              <p:nvPr/>
            </p:nvGrpSpPr>
            <p:grpSpPr>
              <a:xfrm>
                <a:off x="8561013" y="3689275"/>
                <a:ext cx="328125" cy="1456625"/>
                <a:chOff x="8561013" y="3689275"/>
                <a:chExt cx="328125" cy="1456625"/>
              </a:xfrm>
            </p:grpSpPr>
            <p:cxnSp>
              <p:nvCxnSpPr>
                <p:cNvPr id="165" name="Google Shape;165;p7"/>
                <p:cNvCxnSpPr/>
                <p:nvPr/>
              </p:nvCxnSpPr>
              <p:spPr>
                <a:xfrm rot="10800000">
                  <a:off x="8887100" y="3978600"/>
                  <a:ext cx="0" cy="1167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" name="Google Shape;166;p7"/>
                <p:cNvCxnSpPr/>
                <p:nvPr/>
              </p:nvCxnSpPr>
              <p:spPr>
                <a:xfrm>
                  <a:off x="8660538" y="3751600"/>
                  <a:ext cx="228600" cy="228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67" name="Google Shape;167;p7"/>
                <p:cNvSpPr/>
                <p:nvPr/>
              </p:nvSpPr>
              <p:spPr>
                <a:xfrm>
                  <a:off x="8561013" y="3689275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6645250" y="4802225"/>
                <a:ext cx="2502000" cy="88200"/>
                <a:chOff x="6645250" y="4802225"/>
                <a:chExt cx="2502000" cy="88200"/>
              </a:xfrm>
            </p:grpSpPr>
            <p:cxnSp>
              <p:nvCxnSpPr>
                <p:cNvPr id="169" name="Google Shape;169;p7"/>
                <p:cNvCxnSpPr/>
                <p:nvPr/>
              </p:nvCxnSpPr>
              <p:spPr>
                <a:xfrm>
                  <a:off x="6801550" y="4846325"/>
                  <a:ext cx="234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70" name="Google Shape;170;p7"/>
                <p:cNvSpPr/>
                <p:nvPr/>
              </p:nvSpPr>
              <p:spPr>
                <a:xfrm flipH="1">
                  <a:off x="6645250" y="4802225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171" name="Google Shape;171;p7"/>
              <p:cNvGrpSpPr/>
              <p:nvPr/>
            </p:nvGrpSpPr>
            <p:grpSpPr>
              <a:xfrm>
                <a:off x="8664500" y="3071250"/>
                <a:ext cx="479400" cy="711475"/>
                <a:chOff x="8664500" y="3071250"/>
                <a:chExt cx="479400" cy="711475"/>
              </a:xfrm>
            </p:grpSpPr>
            <p:cxnSp>
              <p:nvCxnSpPr>
                <p:cNvPr id="172" name="Google Shape;172;p7"/>
                <p:cNvCxnSpPr/>
                <p:nvPr/>
              </p:nvCxnSpPr>
              <p:spPr>
                <a:xfrm>
                  <a:off x="8668600" y="3478225"/>
                  <a:ext cx="262800" cy="26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3" name="Google Shape;173;p7"/>
                <p:cNvCxnSpPr/>
                <p:nvPr/>
              </p:nvCxnSpPr>
              <p:spPr>
                <a:xfrm>
                  <a:off x="8664500" y="3476075"/>
                  <a:ext cx="479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74" name="Google Shape;174;p7"/>
                <p:cNvSpPr/>
                <p:nvPr/>
              </p:nvSpPr>
              <p:spPr>
                <a:xfrm>
                  <a:off x="8853975" y="3694525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cxnSp>
              <p:nvCxnSpPr>
                <p:cNvPr id="175" name="Google Shape;175;p7"/>
                <p:cNvCxnSpPr/>
                <p:nvPr/>
              </p:nvCxnSpPr>
              <p:spPr>
                <a:xfrm>
                  <a:off x="8668600" y="3073400"/>
                  <a:ext cx="262800" cy="26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7"/>
                <p:cNvCxnSpPr/>
                <p:nvPr/>
              </p:nvCxnSpPr>
              <p:spPr>
                <a:xfrm>
                  <a:off x="8664500" y="3071250"/>
                  <a:ext cx="479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77" name="Google Shape;177;p7"/>
                <p:cNvSpPr/>
                <p:nvPr/>
              </p:nvSpPr>
              <p:spPr>
                <a:xfrm>
                  <a:off x="8853975" y="3289700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9"/>
          <p:cNvGrpSpPr/>
          <p:nvPr/>
        </p:nvGrpSpPr>
        <p:grpSpPr>
          <a:xfrm>
            <a:off x="1100" y="0"/>
            <a:ext cx="9202188" cy="5169750"/>
            <a:chOff x="1100" y="0"/>
            <a:chExt cx="9202188" cy="5169750"/>
          </a:xfrm>
        </p:grpSpPr>
        <p:grpSp>
          <p:nvGrpSpPr>
            <p:cNvPr id="203" name="Google Shape;203;p9"/>
            <p:cNvGrpSpPr/>
            <p:nvPr/>
          </p:nvGrpSpPr>
          <p:grpSpPr>
            <a:xfrm>
              <a:off x="8540725" y="3247675"/>
              <a:ext cx="318900" cy="1897575"/>
              <a:chOff x="8540725" y="3247675"/>
              <a:chExt cx="318900" cy="1897575"/>
            </a:xfrm>
          </p:grpSpPr>
          <p:cxnSp>
            <p:nvCxnSpPr>
              <p:cNvPr id="204" name="Google Shape;204;p9"/>
              <p:cNvCxnSpPr/>
              <p:nvPr/>
            </p:nvCxnSpPr>
            <p:spPr>
              <a:xfrm rot="10800000">
                <a:off x="8859550" y="3563350"/>
                <a:ext cx="0" cy="158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" name="Google Shape;205;p9"/>
              <p:cNvCxnSpPr/>
              <p:nvPr/>
            </p:nvCxnSpPr>
            <p:spPr>
              <a:xfrm>
                <a:off x="8540725" y="3247675"/>
                <a:ext cx="318900" cy="31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6" name="Google Shape;206;p9"/>
            <p:cNvGrpSpPr/>
            <p:nvPr/>
          </p:nvGrpSpPr>
          <p:grpSpPr>
            <a:xfrm>
              <a:off x="1100" y="3694550"/>
              <a:ext cx="1178700" cy="909450"/>
              <a:chOff x="1100" y="3694550"/>
              <a:chExt cx="1178700" cy="909450"/>
            </a:xfrm>
          </p:grpSpPr>
          <p:cxnSp>
            <p:nvCxnSpPr>
              <p:cNvPr id="207" name="Google Shape;207;p9"/>
              <p:cNvCxnSpPr/>
              <p:nvPr/>
            </p:nvCxnSpPr>
            <p:spPr>
              <a:xfrm>
                <a:off x="308300" y="3766400"/>
                <a:ext cx="871500" cy="83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" name="Google Shape;208;p9"/>
              <p:cNvCxnSpPr/>
              <p:nvPr/>
            </p:nvCxnSpPr>
            <p:spPr>
              <a:xfrm rot="10800000">
                <a:off x="1100" y="4604000"/>
                <a:ext cx="1178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09" name="Google Shape;209;p9"/>
              <p:cNvSpPr/>
              <p:nvPr/>
            </p:nvSpPr>
            <p:spPr>
              <a:xfrm>
                <a:off x="208050" y="3694550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10" name="Google Shape;210;p9"/>
            <p:cNvGrpSpPr/>
            <p:nvPr/>
          </p:nvGrpSpPr>
          <p:grpSpPr>
            <a:xfrm>
              <a:off x="1700725" y="0"/>
              <a:ext cx="951525" cy="876750"/>
              <a:chOff x="1700725" y="0"/>
              <a:chExt cx="951525" cy="876750"/>
            </a:xfrm>
          </p:grpSpPr>
          <p:cxnSp>
            <p:nvCxnSpPr>
              <p:cNvPr id="211" name="Google Shape;211;p9"/>
              <p:cNvCxnSpPr/>
              <p:nvPr/>
            </p:nvCxnSpPr>
            <p:spPr>
              <a:xfrm flipH="1">
                <a:off x="1780750" y="0"/>
                <a:ext cx="871500" cy="83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2" name="Google Shape;212;p9"/>
              <p:cNvSpPr/>
              <p:nvPr/>
            </p:nvSpPr>
            <p:spPr>
              <a:xfrm flipH="1">
                <a:off x="1700725" y="788550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13" name="Google Shape;213;p9"/>
            <p:cNvGrpSpPr/>
            <p:nvPr/>
          </p:nvGrpSpPr>
          <p:grpSpPr>
            <a:xfrm>
              <a:off x="2867888" y="0"/>
              <a:ext cx="3824913" cy="989050"/>
              <a:chOff x="2867888" y="0"/>
              <a:chExt cx="3824913" cy="989050"/>
            </a:xfrm>
          </p:grpSpPr>
          <p:cxnSp>
            <p:nvCxnSpPr>
              <p:cNvPr id="214" name="Google Shape;214;p9"/>
              <p:cNvCxnSpPr/>
              <p:nvPr/>
            </p:nvCxnSpPr>
            <p:spPr>
              <a:xfrm flipH="1">
                <a:off x="2867900" y="0"/>
                <a:ext cx="571200" cy="5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5" name="Google Shape;215;p9"/>
              <p:cNvCxnSpPr/>
              <p:nvPr/>
            </p:nvCxnSpPr>
            <p:spPr>
              <a:xfrm>
                <a:off x="2867888" y="561300"/>
                <a:ext cx="3358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6" name="Google Shape;216;p9"/>
              <p:cNvCxnSpPr/>
              <p:nvPr/>
            </p:nvCxnSpPr>
            <p:spPr>
              <a:xfrm>
                <a:off x="6226700" y="561300"/>
                <a:ext cx="402900" cy="4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7" name="Google Shape;217;p9"/>
              <p:cNvSpPr/>
              <p:nvPr/>
            </p:nvSpPr>
            <p:spPr>
              <a:xfrm>
                <a:off x="6536500" y="900850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18" name="Google Shape;218;p9"/>
            <p:cNvGrpSpPr/>
            <p:nvPr/>
          </p:nvGrpSpPr>
          <p:grpSpPr>
            <a:xfrm>
              <a:off x="1385988" y="4166325"/>
              <a:ext cx="4110613" cy="1003425"/>
              <a:chOff x="1385988" y="4166325"/>
              <a:chExt cx="4110613" cy="1003425"/>
            </a:xfrm>
          </p:grpSpPr>
          <p:cxnSp>
            <p:nvCxnSpPr>
              <p:cNvPr id="219" name="Google Shape;219;p9"/>
              <p:cNvCxnSpPr/>
              <p:nvPr/>
            </p:nvCxnSpPr>
            <p:spPr>
              <a:xfrm>
                <a:off x="1386000" y="4608450"/>
                <a:ext cx="571200" cy="56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0" name="Google Shape;220;p9"/>
              <p:cNvCxnSpPr/>
              <p:nvPr/>
            </p:nvCxnSpPr>
            <p:spPr>
              <a:xfrm>
                <a:off x="1385988" y="4608450"/>
                <a:ext cx="3628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 rot="10800000" flipH="1">
                <a:off x="5014500" y="4205550"/>
                <a:ext cx="402900" cy="4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>
                <a:off x="5340300" y="4166325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6380200" y="4608450"/>
              <a:ext cx="2823088" cy="235625"/>
              <a:chOff x="6380200" y="4608450"/>
              <a:chExt cx="2823088" cy="2356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6629588" y="4608450"/>
                <a:ext cx="2573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 rot="10800000" flipH="1">
                <a:off x="6449300" y="4608450"/>
                <a:ext cx="180300" cy="18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6" name="Google Shape;226;p9"/>
              <p:cNvSpPr/>
              <p:nvPr/>
            </p:nvSpPr>
            <p:spPr>
              <a:xfrm>
                <a:off x="6380200" y="4755875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227" name="Google Shape;227;p9"/>
          <p:cNvPicPr preferRelativeResize="0"/>
          <p:nvPr/>
        </p:nvPicPr>
        <p:blipFill rotWithShape="1">
          <a:blip r:embed="rId2">
            <a:alphaModFix/>
          </a:blip>
          <a:srcRect t="55253"/>
          <a:stretch/>
        </p:blipFill>
        <p:spPr>
          <a:xfrm>
            <a:off x="247950" y="0"/>
            <a:ext cx="222225" cy="121185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9"/>
          <p:cNvSpPr txBox="1">
            <a:spLocks noGrp="1"/>
          </p:cNvSpPr>
          <p:nvPr>
            <p:ph type="title"/>
          </p:nvPr>
        </p:nvSpPr>
        <p:spPr>
          <a:xfrm>
            <a:off x="1560450" y="1627950"/>
            <a:ext cx="6023100" cy="131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9"/>
          <p:cNvSpPr txBox="1">
            <a:spLocks noGrp="1"/>
          </p:cNvSpPr>
          <p:nvPr>
            <p:ph type="subTitle" idx="1"/>
          </p:nvPr>
        </p:nvSpPr>
        <p:spPr>
          <a:xfrm>
            <a:off x="1560450" y="3012400"/>
            <a:ext cx="6023100" cy="6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"/>
          <p:cNvSpPr txBox="1">
            <a:spLocks noGrp="1"/>
          </p:cNvSpPr>
          <p:nvPr>
            <p:ph type="title" hasCustomPrompt="1"/>
          </p:nvPr>
        </p:nvSpPr>
        <p:spPr>
          <a:xfrm>
            <a:off x="1281675" y="1527025"/>
            <a:ext cx="541500" cy="4314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9pPr>
          </a:lstStyle>
          <a:p>
            <a:r>
              <a:t>xx%</a:t>
            </a:r>
          </a:p>
        </p:txBody>
      </p:sp>
      <p:sp>
        <p:nvSpPr>
          <p:cNvPr id="338" name="Google Shape;338;p15"/>
          <p:cNvSpPr txBox="1">
            <a:spLocks noGrp="1"/>
          </p:cNvSpPr>
          <p:nvPr>
            <p:ph type="title" idx="2" hasCustomPrompt="1"/>
          </p:nvPr>
        </p:nvSpPr>
        <p:spPr>
          <a:xfrm>
            <a:off x="1282725" y="2531850"/>
            <a:ext cx="539400" cy="4314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9pPr>
          </a:lstStyle>
          <a:p>
            <a:r>
              <a:t>xx%</a:t>
            </a:r>
          </a:p>
        </p:txBody>
      </p:sp>
      <p:sp>
        <p:nvSpPr>
          <p:cNvPr id="339" name="Google Shape;339;p15"/>
          <p:cNvSpPr txBox="1">
            <a:spLocks noGrp="1"/>
          </p:cNvSpPr>
          <p:nvPr>
            <p:ph type="title" idx="3" hasCustomPrompt="1"/>
          </p:nvPr>
        </p:nvSpPr>
        <p:spPr>
          <a:xfrm>
            <a:off x="4822242" y="1527075"/>
            <a:ext cx="541500" cy="4314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9pPr>
          </a:lstStyle>
          <a:p>
            <a:r>
              <a:t>xx%</a:t>
            </a:r>
          </a:p>
        </p:txBody>
      </p:sp>
      <p:sp>
        <p:nvSpPr>
          <p:cNvPr id="340" name="Google Shape;340;p15"/>
          <p:cNvSpPr txBox="1">
            <a:spLocks noGrp="1"/>
          </p:cNvSpPr>
          <p:nvPr>
            <p:ph type="title" idx="4" hasCustomPrompt="1"/>
          </p:nvPr>
        </p:nvSpPr>
        <p:spPr>
          <a:xfrm>
            <a:off x="4822242" y="2531850"/>
            <a:ext cx="541500" cy="4314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9pPr>
          </a:lstStyle>
          <a:p>
            <a:r>
              <a:t>xx%</a:t>
            </a:r>
          </a:p>
        </p:txBody>
      </p:sp>
      <p:sp>
        <p:nvSpPr>
          <p:cNvPr id="341" name="Google Shape;341;p15"/>
          <p:cNvSpPr txBox="1">
            <a:spLocks noGrp="1"/>
          </p:cNvSpPr>
          <p:nvPr>
            <p:ph type="title" idx="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15"/>
          <p:cNvSpPr txBox="1">
            <a:spLocks noGrp="1"/>
          </p:cNvSpPr>
          <p:nvPr>
            <p:ph type="subTitle" idx="1"/>
          </p:nvPr>
        </p:nvSpPr>
        <p:spPr>
          <a:xfrm>
            <a:off x="2022750" y="1420700"/>
            <a:ext cx="2460000" cy="7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343" name="Google Shape;343;p15"/>
          <p:cNvSpPr txBox="1">
            <a:spLocks noGrp="1"/>
          </p:cNvSpPr>
          <p:nvPr>
            <p:ph type="subTitle" idx="6"/>
          </p:nvPr>
        </p:nvSpPr>
        <p:spPr>
          <a:xfrm>
            <a:off x="2022750" y="2425475"/>
            <a:ext cx="2460000" cy="7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344" name="Google Shape;344;p15"/>
          <p:cNvSpPr txBox="1">
            <a:spLocks noGrp="1"/>
          </p:cNvSpPr>
          <p:nvPr>
            <p:ph type="subTitle" idx="7"/>
          </p:nvPr>
        </p:nvSpPr>
        <p:spPr>
          <a:xfrm>
            <a:off x="5566925" y="1420700"/>
            <a:ext cx="2460000" cy="7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345" name="Google Shape;345;p15"/>
          <p:cNvSpPr txBox="1">
            <a:spLocks noGrp="1"/>
          </p:cNvSpPr>
          <p:nvPr>
            <p:ph type="subTitle" idx="8"/>
          </p:nvPr>
        </p:nvSpPr>
        <p:spPr>
          <a:xfrm>
            <a:off x="5566925" y="2425475"/>
            <a:ext cx="2460000" cy="7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grpSp>
        <p:nvGrpSpPr>
          <p:cNvPr id="346" name="Google Shape;346;p15"/>
          <p:cNvGrpSpPr/>
          <p:nvPr/>
        </p:nvGrpSpPr>
        <p:grpSpPr>
          <a:xfrm>
            <a:off x="0" y="3076225"/>
            <a:ext cx="9147250" cy="2074650"/>
            <a:chOff x="0" y="3076225"/>
            <a:chExt cx="9147250" cy="2074650"/>
          </a:xfrm>
        </p:grpSpPr>
        <p:grpSp>
          <p:nvGrpSpPr>
            <p:cNvPr id="347" name="Google Shape;347;p15"/>
            <p:cNvGrpSpPr/>
            <p:nvPr/>
          </p:nvGrpSpPr>
          <p:grpSpPr>
            <a:xfrm>
              <a:off x="6645250" y="3076225"/>
              <a:ext cx="2502000" cy="2074650"/>
              <a:chOff x="6645250" y="3076225"/>
              <a:chExt cx="2502000" cy="2074650"/>
            </a:xfrm>
          </p:grpSpPr>
          <p:grpSp>
            <p:nvGrpSpPr>
              <p:cNvPr id="348" name="Google Shape;348;p15"/>
              <p:cNvGrpSpPr/>
              <p:nvPr/>
            </p:nvGrpSpPr>
            <p:grpSpPr>
              <a:xfrm>
                <a:off x="8561013" y="3694250"/>
                <a:ext cx="328125" cy="1456625"/>
                <a:chOff x="8561013" y="3694250"/>
                <a:chExt cx="328125" cy="1456625"/>
              </a:xfrm>
            </p:grpSpPr>
            <p:cxnSp>
              <p:nvCxnSpPr>
                <p:cNvPr id="349" name="Google Shape;349;p15"/>
                <p:cNvCxnSpPr/>
                <p:nvPr/>
              </p:nvCxnSpPr>
              <p:spPr>
                <a:xfrm rot="10800000">
                  <a:off x="8887100" y="3983575"/>
                  <a:ext cx="0" cy="1167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0" name="Google Shape;350;p15"/>
                <p:cNvCxnSpPr/>
                <p:nvPr/>
              </p:nvCxnSpPr>
              <p:spPr>
                <a:xfrm>
                  <a:off x="8660538" y="3756575"/>
                  <a:ext cx="228600" cy="228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51" name="Google Shape;351;p15"/>
                <p:cNvSpPr/>
                <p:nvPr/>
              </p:nvSpPr>
              <p:spPr>
                <a:xfrm>
                  <a:off x="8561013" y="3694250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352" name="Google Shape;352;p15"/>
              <p:cNvGrpSpPr/>
              <p:nvPr/>
            </p:nvGrpSpPr>
            <p:grpSpPr>
              <a:xfrm>
                <a:off x="6645250" y="4807200"/>
                <a:ext cx="2502000" cy="88200"/>
                <a:chOff x="6645250" y="4807200"/>
                <a:chExt cx="2502000" cy="88200"/>
              </a:xfrm>
            </p:grpSpPr>
            <p:cxnSp>
              <p:nvCxnSpPr>
                <p:cNvPr id="353" name="Google Shape;353;p15"/>
                <p:cNvCxnSpPr/>
                <p:nvPr/>
              </p:nvCxnSpPr>
              <p:spPr>
                <a:xfrm>
                  <a:off x="6801550" y="4851300"/>
                  <a:ext cx="234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54" name="Google Shape;354;p15"/>
                <p:cNvSpPr/>
                <p:nvPr/>
              </p:nvSpPr>
              <p:spPr>
                <a:xfrm flipH="1">
                  <a:off x="6645250" y="4807200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355" name="Google Shape;355;p15"/>
              <p:cNvGrpSpPr/>
              <p:nvPr/>
            </p:nvGrpSpPr>
            <p:grpSpPr>
              <a:xfrm>
                <a:off x="8664500" y="3076225"/>
                <a:ext cx="479400" cy="711475"/>
                <a:chOff x="8664500" y="3076225"/>
                <a:chExt cx="479400" cy="711475"/>
              </a:xfrm>
            </p:grpSpPr>
            <p:cxnSp>
              <p:nvCxnSpPr>
                <p:cNvPr id="356" name="Google Shape;356;p15"/>
                <p:cNvCxnSpPr/>
                <p:nvPr/>
              </p:nvCxnSpPr>
              <p:spPr>
                <a:xfrm>
                  <a:off x="8668600" y="3483200"/>
                  <a:ext cx="262800" cy="26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7" name="Google Shape;357;p15"/>
                <p:cNvCxnSpPr/>
                <p:nvPr/>
              </p:nvCxnSpPr>
              <p:spPr>
                <a:xfrm>
                  <a:off x="8664500" y="3481050"/>
                  <a:ext cx="479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58" name="Google Shape;358;p15"/>
                <p:cNvSpPr/>
                <p:nvPr/>
              </p:nvSpPr>
              <p:spPr>
                <a:xfrm>
                  <a:off x="8853975" y="3699500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cxnSp>
              <p:nvCxnSpPr>
                <p:cNvPr id="359" name="Google Shape;359;p15"/>
                <p:cNvCxnSpPr/>
                <p:nvPr/>
              </p:nvCxnSpPr>
              <p:spPr>
                <a:xfrm>
                  <a:off x="8668600" y="3078375"/>
                  <a:ext cx="262800" cy="26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0" name="Google Shape;360;p15"/>
                <p:cNvCxnSpPr/>
                <p:nvPr/>
              </p:nvCxnSpPr>
              <p:spPr>
                <a:xfrm>
                  <a:off x="8664500" y="3076225"/>
                  <a:ext cx="479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61" name="Google Shape;361;p15"/>
                <p:cNvSpPr/>
                <p:nvPr/>
              </p:nvSpPr>
              <p:spPr>
                <a:xfrm>
                  <a:off x="8853975" y="3294675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  <p:grpSp>
          <p:nvGrpSpPr>
            <p:cNvPr id="362" name="Google Shape;362;p15"/>
            <p:cNvGrpSpPr/>
            <p:nvPr/>
          </p:nvGrpSpPr>
          <p:grpSpPr>
            <a:xfrm>
              <a:off x="545775" y="4697275"/>
              <a:ext cx="1388225" cy="448625"/>
              <a:chOff x="545775" y="4697275"/>
              <a:chExt cx="1388225" cy="448625"/>
            </a:xfrm>
          </p:grpSpPr>
          <p:cxnSp>
            <p:nvCxnSpPr>
              <p:cNvPr id="363" name="Google Shape;363;p15"/>
              <p:cNvCxnSpPr/>
              <p:nvPr/>
            </p:nvCxnSpPr>
            <p:spPr>
              <a:xfrm rot="10800000" flipH="1">
                <a:off x="545775" y="4738175"/>
                <a:ext cx="406800" cy="40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4" name="Google Shape;364;p15"/>
              <p:cNvCxnSpPr/>
              <p:nvPr/>
            </p:nvCxnSpPr>
            <p:spPr>
              <a:xfrm rot="10800000">
                <a:off x="952300" y="4741375"/>
                <a:ext cx="593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5" name="Google Shape;365;p15"/>
              <p:cNvCxnSpPr/>
              <p:nvPr/>
            </p:nvCxnSpPr>
            <p:spPr>
              <a:xfrm rot="10800000" flipH="1">
                <a:off x="745650" y="4837800"/>
                <a:ext cx="308100" cy="308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6" name="Google Shape;366;p15"/>
              <p:cNvCxnSpPr>
                <a:stCxn id="367" idx="2"/>
              </p:cNvCxnSpPr>
              <p:nvPr/>
            </p:nvCxnSpPr>
            <p:spPr>
              <a:xfrm rot="10800000">
                <a:off x="1053500" y="4840900"/>
                <a:ext cx="724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68" name="Google Shape;368;p15"/>
              <p:cNvSpPr/>
              <p:nvPr/>
            </p:nvSpPr>
            <p:spPr>
              <a:xfrm rot="10800000" flipH="1">
                <a:off x="1545400" y="4697275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7" name="Google Shape;367;p15"/>
              <p:cNvSpPr/>
              <p:nvPr/>
            </p:nvSpPr>
            <p:spPr>
              <a:xfrm rot="10800000" flipH="1">
                <a:off x="1777700" y="4796800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69" name="Google Shape;369;p15"/>
            <p:cNvGrpSpPr/>
            <p:nvPr/>
          </p:nvGrpSpPr>
          <p:grpSpPr>
            <a:xfrm>
              <a:off x="0" y="4297500"/>
              <a:ext cx="720000" cy="842900"/>
              <a:chOff x="0" y="4297500"/>
              <a:chExt cx="720000" cy="842900"/>
            </a:xfrm>
          </p:grpSpPr>
          <p:cxnSp>
            <p:nvCxnSpPr>
              <p:cNvPr id="370" name="Google Shape;370;p15"/>
              <p:cNvCxnSpPr/>
              <p:nvPr/>
            </p:nvCxnSpPr>
            <p:spPr>
              <a:xfrm rot="10800000" flipH="1">
                <a:off x="0" y="4737500"/>
                <a:ext cx="402900" cy="4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1" name="Google Shape;371;p15"/>
              <p:cNvCxnSpPr/>
              <p:nvPr/>
            </p:nvCxnSpPr>
            <p:spPr>
              <a:xfrm rot="10800000" flipH="1">
                <a:off x="228025" y="4737500"/>
                <a:ext cx="402900" cy="4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72" name="Google Shape;372;p15"/>
              <p:cNvSpPr/>
              <p:nvPr/>
            </p:nvSpPr>
            <p:spPr>
              <a:xfrm rot="10800000" flipH="1">
                <a:off x="563700" y="4690850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373" name="Google Shape;373;p15"/>
              <p:cNvCxnSpPr/>
              <p:nvPr/>
            </p:nvCxnSpPr>
            <p:spPr>
              <a:xfrm rot="10800000">
                <a:off x="397975" y="4360975"/>
                <a:ext cx="0" cy="38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74" name="Google Shape;374;p15"/>
              <p:cNvSpPr/>
              <p:nvPr/>
            </p:nvSpPr>
            <p:spPr>
              <a:xfrm rot="10800000" flipH="1">
                <a:off x="319825" y="4297500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375" name="Google Shape;375;p15"/>
          <p:cNvPicPr preferRelativeResize="0"/>
          <p:nvPr/>
        </p:nvPicPr>
        <p:blipFill rotWithShape="1">
          <a:blip r:embed="rId2">
            <a:alphaModFix/>
          </a:blip>
          <a:srcRect t="55253"/>
          <a:stretch/>
        </p:blipFill>
        <p:spPr>
          <a:xfrm>
            <a:off x="278338" y="2942550"/>
            <a:ext cx="222225" cy="1211851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5"/>
          <p:cNvSpPr txBox="1">
            <a:spLocks noGrp="1"/>
          </p:cNvSpPr>
          <p:nvPr>
            <p:ph type="title" idx="9" hasCustomPrompt="1"/>
          </p:nvPr>
        </p:nvSpPr>
        <p:spPr>
          <a:xfrm>
            <a:off x="1282725" y="3536625"/>
            <a:ext cx="539400" cy="4314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9pPr>
          </a:lstStyle>
          <a:p>
            <a:r>
              <a:t>xx%</a:t>
            </a:r>
          </a:p>
        </p:txBody>
      </p:sp>
      <p:sp>
        <p:nvSpPr>
          <p:cNvPr id="377" name="Google Shape;377;p15"/>
          <p:cNvSpPr txBox="1">
            <a:spLocks noGrp="1"/>
          </p:cNvSpPr>
          <p:nvPr>
            <p:ph type="title" idx="13" hasCustomPrompt="1"/>
          </p:nvPr>
        </p:nvSpPr>
        <p:spPr>
          <a:xfrm>
            <a:off x="4822242" y="3536625"/>
            <a:ext cx="541500" cy="4314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Kanit"/>
              <a:buNone/>
              <a:defRPr sz="2800">
                <a:latin typeface="Kanit"/>
                <a:ea typeface="Kanit"/>
                <a:cs typeface="Kanit"/>
                <a:sym typeface="Kanit"/>
              </a:defRPr>
            </a:lvl9pPr>
          </a:lstStyle>
          <a:p>
            <a:r>
              <a:t>xx%</a:t>
            </a:r>
          </a:p>
        </p:txBody>
      </p:sp>
      <p:sp>
        <p:nvSpPr>
          <p:cNvPr id="378" name="Google Shape;378;p15"/>
          <p:cNvSpPr txBox="1">
            <a:spLocks noGrp="1"/>
          </p:cNvSpPr>
          <p:nvPr>
            <p:ph type="subTitle" idx="14"/>
          </p:nvPr>
        </p:nvSpPr>
        <p:spPr>
          <a:xfrm>
            <a:off x="2022750" y="3430250"/>
            <a:ext cx="2460000" cy="7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379" name="Google Shape;379;p15"/>
          <p:cNvSpPr txBox="1">
            <a:spLocks noGrp="1"/>
          </p:cNvSpPr>
          <p:nvPr>
            <p:ph type="subTitle" idx="15"/>
          </p:nvPr>
        </p:nvSpPr>
        <p:spPr>
          <a:xfrm>
            <a:off x="5566925" y="3430250"/>
            <a:ext cx="2460000" cy="7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2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9"/>
          <p:cNvSpPr txBox="1">
            <a:spLocks noGrp="1"/>
          </p:cNvSpPr>
          <p:nvPr>
            <p:ph type="title"/>
          </p:nvPr>
        </p:nvSpPr>
        <p:spPr>
          <a:xfrm>
            <a:off x="1093100" y="1264175"/>
            <a:ext cx="30333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19"/>
          <p:cNvSpPr txBox="1">
            <a:spLocks noGrp="1"/>
          </p:cNvSpPr>
          <p:nvPr>
            <p:ph type="subTitle" idx="1"/>
          </p:nvPr>
        </p:nvSpPr>
        <p:spPr>
          <a:xfrm>
            <a:off x="1093100" y="2327375"/>
            <a:ext cx="30333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90" name="Google Shape;490;p19"/>
          <p:cNvGrpSpPr/>
          <p:nvPr/>
        </p:nvGrpSpPr>
        <p:grpSpPr>
          <a:xfrm>
            <a:off x="-2775" y="3280300"/>
            <a:ext cx="9206063" cy="1864950"/>
            <a:chOff x="-2775" y="3280300"/>
            <a:chExt cx="9206063" cy="1864950"/>
          </a:xfrm>
        </p:grpSpPr>
        <p:grpSp>
          <p:nvGrpSpPr>
            <p:cNvPr id="491" name="Google Shape;491;p19"/>
            <p:cNvGrpSpPr/>
            <p:nvPr/>
          </p:nvGrpSpPr>
          <p:grpSpPr>
            <a:xfrm>
              <a:off x="-2775" y="4513575"/>
              <a:ext cx="4427125" cy="629925"/>
              <a:chOff x="-2775" y="4513575"/>
              <a:chExt cx="4427125" cy="629925"/>
            </a:xfrm>
          </p:grpSpPr>
          <p:cxnSp>
            <p:nvCxnSpPr>
              <p:cNvPr id="492" name="Google Shape;492;p19"/>
              <p:cNvCxnSpPr/>
              <p:nvPr/>
            </p:nvCxnSpPr>
            <p:spPr>
              <a:xfrm>
                <a:off x="210575" y="4573000"/>
                <a:ext cx="282900" cy="270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9"/>
              <p:cNvCxnSpPr/>
              <p:nvPr/>
            </p:nvCxnSpPr>
            <p:spPr>
              <a:xfrm flipH="1">
                <a:off x="-2775" y="4843775"/>
                <a:ext cx="496200" cy="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94" name="Google Shape;494;p19"/>
              <p:cNvSpPr/>
              <p:nvPr/>
            </p:nvSpPr>
            <p:spPr>
              <a:xfrm>
                <a:off x="120275" y="4513575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495" name="Google Shape;495;p19"/>
              <p:cNvCxnSpPr/>
              <p:nvPr/>
            </p:nvCxnSpPr>
            <p:spPr>
              <a:xfrm>
                <a:off x="562775" y="4879500"/>
                <a:ext cx="264000" cy="26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6" name="Google Shape;496;p19"/>
              <p:cNvCxnSpPr/>
              <p:nvPr/>
            </p:nvCxnSpPr>
            <p:spPr>
              <a:xfrm>
                <a:off x="562763" y="4879500"/>
                <a:ext cx="3628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7" name="Google Shape;497;p19"/>
              <p:cNvCxnSpPr/>
              <p:nvPr/>
            </p:nvCxnSpPr>
            <p:spPr>
              <a:xfrm rot="10800000" flipH="1">
                <a:off x="4191275" y="4683900"/>
                <a:ext cx="191700" cy="195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98" name="Google Shape;498;p19"/>
              <p:cNvSpPr/>
              <p:nvPr/>
            </p:nvSpPr>
            <p:spPr>
              <a:xfrm>
                <a:off x="4268050" y="4679375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99" name="Google Shape;499;p19"/>
            <p:cNvGrpSpPr/>
            <p:nvPr/>
          </p:nvGrpSpPr>
          <p:grpSpPr>
            <a:xfrm>
              <a:off x="6380200" y="3280300"/>
              <a:ext cx="2823088" cy="1864950"/>
              <a:chOff x="6380200" y="3280300"/>
              <a:chExt cx="2823088" cy="1864950"/>
            </a:xfrm>
          </p:grpSpPr>
          <p:cxnSp>
            <p:nvCxnSpPr>
              <p:cNvPr id="500" name="Google Shape;500;p19"/>
              <p:cNvCxnSpPr/>
              <p:nvPr/>
            </p:nvCxnSpPr>
            <p:spPr>
              <a:xfrm rot="10800000">
                <a:off x="8859550" y="3563350"/>
                <a:ext cx="0" cy="158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1" name="Google Shape;501;p19"/>
              <p:cNvCxnSpPr/>
              <p:nvPr/>
            </p:nvCxnSpPr>
            <p:spPr>
              <a:xfrm>
                <a:off x="8597650" y="3304600"/>
                <a:ext cx="261900" cy="26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2" name="Google Shape;502;p19"/>
              <p:cNvCxnSpPr/>
              <p:nvPr/>
            </p:nvCxnSpPr>
            <p:spPr>
              <a:xfrm>
                <a:off x="6629588" y="4761675"/>
                <a:ext cx="2573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3" name="Google Shape;503;p19"/>
              <p:cNvCxnSpPr/>
              <p:nvPr/>
            </p:nvCxnSpPr>
            <p:spPr>
              <a:xfrm rot="10800000" flipH="1">
                <a:off x="6449300" y="4761675"/>
                <a:ext cx="180300" cy="18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04" name="Google Shape;504;p19"/>
              <p:cNvSpPr/>
              <p:nvPr/>
            </p:nvSpPr>
            <p:spPr>
              <a:xfrm>
                <a:off x="6380200" y="4909100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5" name="Google Shape;505;p19"/>
              <p:cNvSpPr/>
              <p:nvPr/>
            </p:nvSpPr>
            <p:spPr>
              <a:xfrm>
                <a:off x="8564350" y="3280300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"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2" name="Google Shape;652;p24"/>
          <p:cNvGrpSpPr/>
          <p:nvPr/>
        </p:nvGrpSpPr>
        <p:grpSpPr>
          <a:xfrm>
            <a:off x="0" y="3071250"/>
            <a:ext cx="9147250" cy="2074650"/>
            <a:chOff x="0" y="3071250"/>
            <a:chExt cx="9147250" cy="2074650"/>
          </a:xfrm>
        </p:grpSpPr>
        <p:grpSp>
          <p:nvGrpSpPr>
            <p:cNvPr id="653" name="Google Shape;653;p24"/>
            <p:cNvGrpSpPr/>
            <p:nvPr/>
          </p:nvGrpSpPr>
          <p:grpSpPr>
            <a:xfrm>
              <a:off x="0" y="3509788"/>
              <a:ext cx="723475" cy="1636113"/>
              <a:chOff x="0" y="3509788"/>
              <a:chExt cx="723475" cy="1636113"/>
            </a:xfrm>
          </p:grpSpPr>
          <p:grpSp>
            <p:nvGrpSpPr>
              <p:cNvPr id="654" name="Google Shape;654;p24"/>
              <p:cNvGrpSpPr/>
              <p:nvPr/>
            </p:nvGrpSpPr>
            <p:grpSpPr>
              <a:xfrm>
                <a:off x="260650" y="4341950"/>
                <a:ext cx="462825" cy="803950"/>
                <a:chOff x="260650" y="4341950"/>
                <a:chExt cx="462825" cy="803950"/>
              </a:xfrm>
            </p:grpSpPr>
            <p:cxnSp>
              <p:nvCxnSpPr>
                <p:cNvPr id="655" name="Google Shape;655;p24"/>
                <p:cNvCxnSpPr/>
                <p:nvPr/>
              </p:nvCxnSpPr>
              <p:spPr>
                <a:xfrm rot="10800000">
                  <a:off x="260650" y="4765200"/>
                  <a:ext cx="0" cy="38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6" name="Google Shape;656;p24"/>
                <p:cNvCxnSpPr/>
                <p:nvPr/>
              </p:nvCxnSpPr>
              <p:spPr>
                <a:xfrm flipH="1">
                  <a:off x="260650" y="4404275"/>
                  <a:ext cx="363300" cy="363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57" name="Google Shape;657;p24"/>
                <p:cNvSpPr/>
                <p:nvPr/>
              </p:nvSpPr>
              <p:spPr>
                <a:xfrm flipH="1">
                  <a:off x="567175" y="4341950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cxnSp>
            <p:nvCxnSpPr>
              <p:cNvPr id="658" name="Google Shape;658;p24"/>
              <p:cNvCxnSpPr/>
              <p:nvPr/>
            </p:nvCxnSpPr>
            <p:spPr>
              <a:xfrm flipH="1">
                <a:off x="308475" y="4052588"/>
                <a:ext cx="311100" cy="29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9" name="Google Shape;659;p24"/>
              <p:cNvCxnSpPr/>
              <p:nvPr/>
            </p:nvCxnSpPr>
            <p:spPr>
              <a:xfrm rot="10800000">
                <a:off x="0" y="4052588"/>
                <a:ext cx="618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0" name="Google Shape;660;p24"/>
              <p:cNvSpPr/>
              <p:nvPr/>
            </p:nvSpPr>
            <p:spPr>
              <a:xfrm flipH="1">
                <a:off x="199625" y="4322363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661" name="Google Shape;661;p24"/>
              <p:cNvCxnSpPr/>
              <p:nvPr/>
            </p:nvCxnSpPr>
            <p:spPr>
              <a:xfrm>
                <a:off x="4450" y="3912850"/>
                <a:ext cx="312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2" name="Google Shape;662;p24"/>
              <p:cNvCxnSpPr/>
              <p:nvPr/>
            </p:nvCxnSpPr>
            <p:spPr>
              <a:xfrm rot="10800000" flipH="1">
                <a:off x="316813" y="3698188"/>
                <a:ext cx="214800" cy="21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3" name="Google Shape;663;p24"/>
              <p:cNvSpPr/>
              <p:nvPr/>
            </p:nvSpPr>
            <p:spPr>
              <a:xfrm rot="10800000" flipH="1">
                <a:off x="450463" y="3667288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664" name="Google Shape;664;p24"/>
              <p:cNvCxnSpPr/>
              <p:nvPr/>
            </p:nvCxnSpPr>
            <p:spPr>
              <a:xfrm>
                <a:off x="4450" y="3755350"/>
                <a:ext cx="127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5" name="Google Shape;665;p24"/>
              <p:cNvCxnSpPr/>
              <p:nvPr/>
            </p:nvCxnSpPr>
            <p:spPr>
              <a:xfrm rot="10800000" flipH="1">
                <a:off x="127938" y="3540688"/>
                <a:ext cx="214800" cy="21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6" name="Google Shape;666;p24"/>
              <p:cNvSpPr/>
              <p:nvPr/>
            </p:nvSpPr>
            <p:spPr>
              <a:xfrm rot="10800000" flipH="1">
                <a:off x="261588" y="3509788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67" name="Google Shape;667;p24"/>
            <p:cNvGrpSpPr/>
            <p:nvPr/>
          </p:nvGrpSpPr>
          <p:grpSpPr>
            <a:xfrm>
              <a:off x="6645250" y="3071250"/>
              <a:ext cx="2502000" cy="2074650"/>
              <a:chOff x="6645250" y="3071250"/>
              <a:chExt cx="2502000" cy="2074650"/>
            </a:xfrm>
          </p:grpSpPr>
          <p:grpSp>
            <p:nvGrpSpPr>
              <p:cNvPr id="668" name="Google Shape;668;p24"/>
              <p:cNvGrpSpPr/>
              <p:nvPr/>
            </p:nvGrpSpPr>
            <p:grpSpPr>
              <a:xfrm>
                <a:off x="8561013" y="3689275"/>
                <a:ext cx="328125" cy="1456625"/>
                <a:chOff x="8561013" y="3689275"/>
                <a:chExt cx="328125" cy="1456625"/>
              </a:xfrm>
            </p:grpSpPr>
            <p:cxnSp>
              <p:nvCxnSpPr>
                <p:cNvPr id="669" name="Google Shape;669;p24"/>
                <p:cNvCxnSpPr/>
                <p:nvPr/>
              </p:nvCxnSpPr>
              <p:spPr>
                <a:xfrm rot="10800000">
                  <a:off x="8887100" y="3978600"/>
                  <a:ext cx="0" cy="1167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0" name="Google Shape;670;p24"/>
                <p:cNvCxnSpPr/>
                <p:nvPr/>
              </p:nvCxnSpPr>
              <p:spPr>
                <a:xfrm>
                  <a:off x="8660538" y="3751600"/>
                  <a:ext cx="228600" cy="228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71" name="Google Shape;671;p24"/>
                <p:cNvSpPr/>
                <p:nvPr/>
              </p:nvSpPr>
              <p:spPr>
                <a:xfrm>
                  <a:off x="8561013" y="3689275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672" name="Google Shape;672;p24"/>
              <p:cNvGrpSpPr/>
              <p:nvPr/>
            </p:nvGrpSpPr>
            <p:grpSpPr>
              <a:xfrm>
                <a:off x="6645250" y="4802225"/>
                <a:ext cx="2502000" cy="88200"/>
                <a:chOff x="6645250" y="4802225"/>
                <a:chExt cx="2502000" cy="88200"/>
              </a:xfrm>
            </p:grpSpPr>
            <p:cxnSp>
              <p:nvCxnSpPr>
                <p:cNvPr id="673" name="Google Shape;673;p24"/>
                <p:cNvCxnSpPr/>
                <p:nvPr/>
              </p:nvCxnSpPr>
              <p:spPr>
                <a:xfrm>
                  <a:off x="6801550" y="4846325"/>
                  <a:ext cx="234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74" name="Google Shape;674;p24"/>
                <p:cNvSpPr/>
                <p:nvPr/>
              </p:nvSpPr>
              <p:spPr>
                <a:xfrm flipH="1">
                  <a:off x="6645250" y="4802225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675" name="Google Shape;675;p24"/>
              <p:cNvGrpSpPr/>
              <p:nvPr/>
            </p:nvGrpSpPr>
            <p:grpSpPr>
              <a:xfrm>
                <a:off x="8664500" y="3071250"/>
                <a:ext cx="479400" cy="711475"/>
                <a:chOff x="8664500" y="3071250"/>
                <a:chExt cx="479400" cy="711475"/>
              </a:xfrm>
            </p:grpSpPr>
            <p:cxnSp>
              <p:nvCxnSpPr>
                <p:cNvPr id="676" name="Google Shape;676;p24"/>
                <p:cNvCxnSpPr/>
                <p:nvPr/>
              </p:nvCxnSpPr>
              <p:spPr>
                <a:xfrm>
                  <a:off x="8668600" y="3478225"/>
                  <a:ext cx="262800" cy="26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7" name="Google Shape;677;p24"/>
                <p:cNvCxnSpPr/>
                <p:nvPr/>
              </p:nvCxnSpPr>
              <p:spPr>
                <a:xfrm>
                  <a:off x="8664500" y="3476075"/>
                  <a:ext cx="479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78" name="Google Shape;678;p24"/>
                <p:cNvSpPr/>
                <p:nvPr/>
              </p:nvSpPr>
              <p:spPr>
                <a:xfrm>
                  <a:off x="8853975" y="3694525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cxnSp>
              <p:nvCxnSpPr>
                <p:cNvPr id="679" name="Google Shape;679;p24"/>
                <p:cNvCxnSpPr/>
                <p:nvPr/>
              </p:nvCxnSpPr>
              <p:spPr>
                <a:xfrm>
                  <a:off x="8668600" y="3073400"/>
                  <a:ext cx="262800" cy="26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0" name="Google Shape;680;p24"/>
                <p:cNvCxnSpPr/>
                <p:nvPr/>
              </p:nvCxnSpPr>
              <p:spPr>
                <a:xfrm>
                  <a:off x="8664500" y="3071250"/>
                  <a:ext cx="479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81" name="Google Shape;681;p24"/>
                <p:cNvSpPr/>
                <p:nvPr/>
              </p:nvSpPr>
              <p:spPr>
                <a:xfrm>
                  <a:off x="8853975" y="3289700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sp>
        <p:nvSpPr>
          <p:cNvPr id="682" name="Google Shape;682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3" name="Google Shape;683;p24"/>
          <p:cNvSpPr txBox="1">
            <a:spLocks noGrp="1"/>
          </p:cNvSpPr>
          <p:nvPr>
            <p:ph type="subTitle" idx="1"/>
          </p:nvPr>
        </p:nvSpPr>
        <p:spPr>
          <a:xfrm>
            <a:off x="872675" y="2902427"/>
            <a:ext cx="2175300" cy="15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84" name="Google Shape;684;p24"/>
          <p:cNvSpPr txBox="1">
            <a:spLocks noGrp="1"/>
          </p:cNvSpPr>
          <p:nvPr>
            <p:ph type="subTitle" idx="2"/>
          </p:nvPr>
        </p:nvSpPr>
        <p:spPr>
          <a:xfrm>
            <a:off x="3484350" y="2902427"/>
            <a:ext cx="2175300" cy="15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85" name="Google Shape;685;p24"/>
          <p:cNvSpPr txBox="1">
            <a:spLocks noGrp="1"/>
          </p:cNvSpPr>
          <p:nvPr>
            <p:ph type="subTitle" idx="3"/>
          </p:nvPr>
        </p:nvSpPr>
        <p:spPr>
          <a:xfrm>
            <a:off x="6096025" y="2902427"/>
            <a:ext cx="2175300" cy="15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86" name="Google Shape;686;p24"/>
          <p:cNvSpPr txBox="1">
            <a:spLocks noGrp="1"/>
          </p:cNvSpPr>
          <p:nvPr>
            <p:ph type="subTitle" idx="4"/>
          </p:nvPr>
        </p:nvSpPr>
        <p:spPr>
          <a:xfrm>
            <a:off x="872675" y="2242413"/>
            <a:ext cx="21753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687" name="Google Shape;687;p24"/>
          <p:cNvSpPr txBox="1">
            <a:spLocks noGrp="1"/>
          </p:cNvSpPr>
          <p:nvPr>
            <p:ph type="subTitle" idx="5"/>
          </p:nvPr>
        </p:nvSpPr>
        <p:spPr>
          <a:xfrm>
            <a:off x="3484350" y="2242413"/>
            <a:ext cx="21753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688" name="Google Shape;688;p24"/>
          <p:cNvSpPr txBox="1">
            <a:spLocks noGrp="1"/>
          </p:cNvSpPr>
          <p:nvPr>
            <p:ph type="subTitle" idx="6"/>
          </p:nvPr>
        </p:nvSpPr>
        <p:spPr>
          <a:xfrm>
            <a:off x="6096025" y="2242413"/>
            <a:ext cx="21753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1" name="Google Shape;691;p25"/>
          <p:cNvSpPr txBox="1">
            <a:spLocks noGrp="1"/>
          </p:cNvSpPr>
          <p:nvPr>
            <p:ph type="subTitle" idx="1"/>
          </p:nvPr>
        </p:nvSpPr>
        <p:spPr>
          <a:xfrm>
            <a:off x="1697900" y="1791350"/>
            <a:ext cx="2658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92" name="Google Shape;692;p25"/>
          <p:cNvSpPr txBox="1">
            <a:spLocks noGrp="1"/>
          </p:cNvSpPr>
          <p:nvPr>
            <p:ph type="subTitle" idx="2"/>
          </p:nvPr>
        </p:nvSpPr>
        <p:spPr>
          <a:xfrm>
            <a:off x="5749725" y="1791350"/>
            <a:ext cx="24147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93" name="Google Shape;693;p25"/>
          <p:cNvSpPr txBox="1">
            <a:spLocks noGrp="1"/>
          </p:cNvSpPr>
          <p:nvPr>
            <p:ph type="subTitle" idx="3"/>
          </p:nvPr>
        </p:nvSpPr>
        <p:spPr>
          <a:xfrm>
            <a:off x="1697900" y="3409475"/>
            <a:ext cx="2658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94" name="Google Shape;694;p25"/>
          <p:cNvSpPr txBox="1">
            <a:spLocks noGrp="1"/>
          </p:cNvSpPr>
          <p:nvPr>
            <p:ph type="subTitle" idx="4"/>
          </p:nvPr>
        </p:nvSpPr>
        <p:spPr>
          <a:xfrm>
            <a:off x="5749725" y="3409475"/>
            <a:ext cx="24147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95" name="Google Shape;695;p25"/>
          <p:cNvSpPr txBox="1">
            <a:spLocks noGrp="1"/>
          </p:cNvSpPr>
          <p:nvPr>
            <p:ph type="subTitle" idx="5"/>
          </p:nvPr>
        </p:nvSpPr>
        <p:spPr>
          <a:xfrm>
            <a:off x="1697888" y="1498000"/>
            <a:ext cx="24147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696" name="Google Shape;696;p25"/>
          <p:cNvSpPr txBox="1">
            <a:spLocks noGrp="1"/>
          </p:cNvSpPr>
          <p:nvPr>
            <p:ph type="subTitle" idx="6"/>
          </p:nvPr>
        </p:nvSpPr>
        <p:spPr>
          <a:xfrm>
            <a:off x="1697888" y="3116200"/>
            <a:ext cx="24147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697" name="Google Shape;697;p25"/>
          <p:cNvSpPr txBox="1">
            <a:spLocks noGrp="1"/>
          </p:cNvSpPr>
          <p:nvPr>
            <p:ph type="subTitle" idx="7"/>
          </p:nvPr>
        </p:nvSpPr>
        <p:spPr>
          <a:xfrm>
            <a:off x="5749700" y="1498000"/>
            <a:ext cx="267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698" name="Google Shape;698;p25"/>
          <p:cNvSpPr txBox="1">
            <a:spLocks noGrp="1"/>
          </p:cNvSpPr>
          <p:nvPr>
            <p:ph type="subTitle" idx="8"/>
          </p:nvPr>
        </p:nvSpPr>
        <p:spPr>
          <a:xfrm>
            <a:off x="5749700" y="3116200"/>
            <a:ext cx="267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Kanit"/>
              <a:buNone/>
              <a:defRPr sz="2000"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grpSp>
        <p:nvGrpSpPr>
          <p:cNvPr id="699" name="Google Shape;699;p25"/>
          <p:cNvGrpSpPr/>
          <p:nvPr/>
        </p:nvGrpSpPr>
        <p:grpSpPr>
          <a:xfrm>
            <a:off x="0" y="3509788"/>
            <a:ext cx="9147475" cy="1636113"/>
            <a:chOff x="0" y="3509788"/>
            <a:chExt cx="9147475" cy="1636113"/>
          </a:xfrm>
        </p:grpSpPr>
        <p:grpSp>
          <p:nvGrpSpPr>
            <p:cNvPr id="700" name="Google Shape;700;p25"/>
            <p:cNvGrpSpPr/>
            <p:nvPr/>
          </p:nvGrpSpPr>
          <p:grpSpPr>
            <a:xfrm>
              <a:off x="545775" y="3509788"/>
              <a:ext cx="8601700" cy="1636113"/>
              <a:chOff x="545775" y="3509788"/>
              <a:chExt cx="8601700" cy="1636113"/>
            </a:xfrm>
          </p:grpSpPr>
          <p:grpSp>
            <p:nvGrpSpPr>
              <p:cNvPr id="701" name="Google Shape;701;p25"/>
              <p:cNvGrpSpPr/>
              <p:nvPr/>
            </p:nvGrpSpPr>
            <p:grpSpPr>
              <a:xfrm>
                <a:off x="8424000" y="3509788"/>
                <a:ext cx="723475" cy="1636113"/>
                <a:chOff x="8424000" y="3509788"/>
                <a:chExt cx="723475" cy="1636113"/>
              </a:xfrm>
            </p:grpSpPr>
            <p:grpSp>
              <p:nvGrpSpPr>
                <p:cNvPr id="702" name="Google Shape;702;p25"/>
                <p:cNvGrpSpPr/>
                <p:nvPr/>
              </p:nvGrpSpPr>
              <p:grpSpPr>
                <a:xfrm>
                  <a:off x="8527900" y="3667288"/>
                  <a:ext cx="619575" cy="743275"/>
                  <a:chOff x="8527900" y="3667288"/>
                  <a:chExt cx="619575" cy="743275"/>
                </a:xfrm>
              </p:grpSpPr>
              <p:cxnSp>
                <p:nvCxnSpPr>
                  <p:cNvPr id="703" name="Google Shape;703;p25"/>
                  <p:cNvCxnSpPr/>
                  <p:nvPr/>
                </p:nvCxnSpPr>
                <p:spPr>
                  <a:xfrm>
                    <a:off x="8527900" y="4052588"/>
                    <a:ext cx="311100" cy="2916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704" name="Google Shape;704;p25"/>
                  <p:cNvCxnSpPr/>
                  <p:nvPr/>
                </p:nvCxnSpPr>
                <p:spPr>
                  <a:xfrm>
                    <a:off x="8528875" y="4052588"/>
                    <a:ext cx="6186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705" name="Google Shape;705;p25"/>
                  <p:cNvSpPr/>
                  <p:nvPr/>
                </p:nvSpPr>
                <p:spPr>
                  <a:xfrm>
                    <a:off x="8791550" y="4322363"/>
                    <a:ext cx="156300" cy="88200"/>
                  </a:xfrm>
                  <a:prstGeom prst="ellipse">
                    <a:avLst/>
                  </a:prstGeom>
                  <a:solidFill>
                    <a:schemeClr val="dk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  <p:cxnSp>
                <p:nvCxnSpPr>
                  <p:cNvPr id="706" name="Google Shape;706;p25"/>
                  <p:cNvCxnSpPr/>
                  <p:nvPr/>
                </p:nvCxnSpPr>
                <p:spPr>
                  <a:xfrm rot="10800000">
                    <a:off x="8830425" y="3912850"/>
                    <a:ext cx="3126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707" name="Google Shape;707;p25"/>
                  <p:cNvCxnSpPr/>
                  <p:nvPr/>
                </p:nvCxnSpPr>
                <p:spPr>
                  <a:xfrm rot="10800000">
                    <a:off x="8615863" y="3698188"/>
                    <a:ext cx="214800" cy="2148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708" name="Google Shape;708;p25"/>
                  <p:cNvSpPr/>
                  <p:nvPr/>
                </p:nvSpPr>
                <p:spPr>
                  <a:xfrm rot="10800000">
                    <a:off x="8540713" y="3667288"/>
                    <a:ext cx="156300" cy="88200"/>
                  </a:xfrm>
                  <a:prstGeom prst="ellipse">
                    <a:avLst/>
                  </a:prstGeom>
                  <a:solidFill>
                    <a:schemeClr val="dk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709" name="Google Shape;709;p25"/>
                <p:cNvGrpSpPr/>
                <p:nvPr/>
              </p:nvGrpSpPr>
              <p:grpSpPr>
                <a:xfrm>
                  <a:off x="8424000" y="3509788"/>
                  <a:ext cx="719025" cy="1636113"/>
                  <a:chOff x="8424000" y="3509788"/>
                  <a:chExt cx="719025" cy="1636113"/>
                </a:xfrm>
              </p:grpSpPr>
              <p:cxnSp>
                <p:nvCxnSpPr>
                  <p:cNvPr id="710" name="Google Shape;710;p25"/>
                  <p:cNvCxnSpPr/>
                  <p:nvPr/>
                </p:nvCxnSpPr>
                <p:spPr>
                  <a:xfrm rot="10800000">
                    <a:off x="8886825" y="4765200"/>
                    <a:ext cx="0" cy="3807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711" name="Google Shape;711;p25"/>
                  <p:cNvCxnSpPr/>
                  <p:nvPr/>
                </p:nvCxnSpPr>
                <p:spPr>
                  <a:xfrm>
                    <a:off x="8523525" y="4404275"/>
                    <a:ext cx="363300" cy="3633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712" name="Google Shape;712;p25"/>
                  <p:cNvSpPr/>
                  <p:nvPr/>
                </p:nvSpPr>
                <p:spPr>
                  <a:xfrm>
                    <a:off x="8424000" y="4341950"/>
                    <a:ext cx="156300" cy="88200"/>
                  </a:xfrm>
                  <a:prstGeom prst="ellipse">
                    <a:avLst/>
                  </a:prstGeom>
                  <a:solidFill>
                    <a:schemeClr val="dk2"/>
                  </a:solidFill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  <p:cxnSp>
                <p:nvCxnSpPr>
                  <p:cNvPr id="713" name="Google Shape;713;p25"/>
                  <p:cNvCxnSpPr/>
                  <p:nvPr/>
                </p:nvCxnSpPr>
                <p:spPr>
                  <a:xfrm rot="10800000">
                    <a:off x="9015225" y="3755350"/>
                    <a:ext cx="1278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714" name="Google Shape;714;p25"/>
                  <p:cNvCxnSpPr/>
                  <p:nvPr/>
                </p:nvCxnSpPr>
                <p:spPr>
                  <a:xfrm rot="10800000">
                    <a:off x="8804738" y="3540688"/>
                    <a:ext cx="214800" cy="2148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715" name="Google Shape;715;p25"/>
                  <p:cNvSpPr/>
                  <p:nvPr/>
                </p:nvSpPr>
                <p:spPr>
                  <a:xfrm rot="10800000">
                    <a:off x="8729588" y="3509788"/>
                    <a:ext cx="156300" cy="88200"/>
                  </a:xfrm>
                  <a:prstGeom prst="ellipse">
                    <a:avLst/>
                  </a:prstGeom>
                  <a:solidFill>
                    <a:schemeClr val="dk2"/>
                  </a:solidFill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</p:grpSp>
          <p:grpSp>
            <p:nvGrpSpPr>
              <p:cNvPr id="716" name="Google Shape;716;p25"/>
              <p:cNvGrpSpPr/>
              <p:nvPr/>
            </p:nvGrpSpPr>
            <p:grpSpPr>
              <a:xfrm>
                <a:off x="545775" y="4697275"/>
                <a:ext cx="1388225" cy="448625"/>
                <a:chOff x="545775" y="4697275"/>
                <a:chExt cx="1388225" cy="448625"/>
              </a:xfrm>
            </p:grpSpPr>
            <p:cxnSp>
              <p:nvCxnSpPr>
                <p:cNvPr id="717" name="Google Shape;717;p25"/>
                <p:cNvCxnSpPr/>
                <p:nvPr/>
              </p:nvCxnSpPr>
              <p:spPr>
                <a:xfrm rot="10800000" flipH="1">
                  <a:off x="545775" y="4738175"/>
                  <a:ext cx="406800" cy="406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18" name="Google Shape;718;p25"/>
                <p:cNvCxnSpPr/>
                <p:nvPr/>
              </p:nvCxnSpPr>
              <p:spPr>
                <a:xfrm rot="10800000">
                  <a:off x="952300" y="4741375"/>
                  <a:ext cx="5931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19" name="Google Shape;719;p25"/>
                <p:cNvCxnSpPr/>
                <p:nvPr/>
              </p:nvCxnSpPr>
              <p:spPr>
                <a:xfrm rot="10800000" flipH="1">
                  <a:off x="745650" y="4837800"/>
                  <a:ext cx="308100" cy="308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0" name="Google Shape;720;p25"/>
                <p:cNvCxnSpPr>
                  <a:stCxn id="721" idx="2"/>
                </p:cNvCxnSpPr>
                <p:nvPr/>
              </p:nvCxnSpPr>
              <p:spPr>
                <a:xfrm rot="10800000">
                  <a:off x="1053500" y="4840900"/>
                  <a:ext cx="72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722" name="Google Shape;722;p25"/>
                <p:cNvSpPr/>
                <p:nvPr/>
              </p:nvSpPr>
              <p:spPr>
                <a:xfrm rot="10800000" flipH="1">
                  <a:off x="1545400" y="4697275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721" name="Google Shape;721;p25"/>
                <p:cNvSpPr/>
                <p:nvPr/>
              </p:nvSpPr>
              <p:spPr>
                <a:xfrm rot="10800000" flipH="1">
                  <a:off x="1777700" y="4796800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  <p:grpSp>
          <p:nvGrpSpPr>
            <p:cNvPr id="723" name="Google Shape;723;p25"/>
            <p:cNvGrpSpPr/>
            <p:nvPr/>
          </p:nvGrpSpPr>
          <p:grpSpPr>
            <a:xfrm>
              <a:off x="0" y="4297500"/>
              <a:ext cx="720000" cy="842900"/>
              <a:chOff x="0" y="4297500"/>
              <a:chExt cx="720000" cy="842900"/>
            </a:xfrm>
          </p:grpSpPr>
          <p:cxnSp>
            <p:nvCxnSpPr>
              <p:cNvPr id="724" name="Google Shape;724;p25"/>
              <p:cNvCxnSpPr/>
              <p:nvPr/>
            </p:nvCxnSpPr>
            <p:spPr>
              <a:xfrm rot="10800000" flipH="1">
                <a:off x="0" y="4737500"/>
                <a:ext cx="402900" cy="4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5" name="Google Shape;725;p25"/>
              <p:cNvCxnSpPr/>
              <p:nvPr/>
            </p:nvCxnSpPr>
            <p:spPr>
              <a:xfrm rot="10800000" flipH="1">
                <a:off x="228025" y="4737500"/>
                <a:ext cx="402900" cy="4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6" name="Google Shape;726;p25"/>
              <p:cNvSpPr/>
              <p:nvPr/>
            </p:nvSpPr>
            <p:spPr>
              <a:xfrm rot="10800000" flipH="1">
                <a:off x="563700" y="4690850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727" name="Google Shape;727;p25"/>
              <p:cNvCxnSpPr/>
              <p:nvPr/>
            </p:nvCxnSpPr>
            <p:spPr>
              <a:xfrm rot="10800000">
                <a:off x="397975" y="4360975"/>
                <a:ext cx="0" cy="38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8" name="Google Shape;728;p25"/>
              <p:cNvSpPr/>
              <p:nvPr/>
            </p:nvSpPr>
            <p:spPr>
              <a:xfrm rot="10800000" flipH="1">
                <a:off x="319825" y="4297500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729" name="Google Shape;729;p25"/>
          <p:cNvPicPr preferRelativeResize="0"/>
          <p:nvPr/>
        </p:nvPicPr>
        <p:blipFill rotWithShape="1">
          <a:blip r:embed="rId2">
            <a:alphaModFix/>
          </a:blip>
          <a:srcRect t="55253"/>
          <a:stretch/>
        </p:blipFill>
        <p:spPr>
          <a:xfrm>
            <a:off x="278338" y="2942550"/>
            <a:ext cx="222225" cy="121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8" name="Google Shape;878;p30"/>
          <p:cNvGrpSpPr/>
          <p:nvPr/>
        </p:nvGrpSpPr>
        <p:grpSpPr>
          <a:xfrm>
            <a:off x="-625" y="0"/>
            <a:ext cx="9144625" cy="5160925"/>
            <a:chOff x="-625" y="0"/>
            <a:chExt cx="9144625" cy="5160925"/>
          </a:xfrm>
        </p:grpSpPr>
        <p:grpSp>
          <p:nvGrpSpPr>
            <p:cNvPr id="879" name="Google Shape;879;p30"/>
            <p:cNvGrpSpPr/>
            <p:nvPr/>
          </p:nvGrpSpPr>
          <p:grpSpPr>
            <a:xfrm>
              <a:off x="-625" y="0"/>
              <a:ext cx="713850" cy="5160925"/>
              <a:chOff x="-625" y="0"/>
              <a:chExt cx="713850" cy="5160925"/>
            </a:xfrm>
          </p:grpSpPr>
          <p:grpSp>
            <p:nvGrpSpPr>
              <p:cNvPr id="880" name="Google Shape;880;p30"/>
              <p:cNvGrpSpPr/>
              <p:nvPr/>
            </p:nvGrpSpPr>
            <p:grpSpPr>
              <a:xfrm>
                <a:off x="-625" y="0"/>
                <a:ext cx="483100" cy="2523325"/>
                <a:chOff x="-625" y="178000"/>
                <a:chExt cx="483100" cy="2523325"/>
              </a:xfrm>
            </p:grpSpPr>
            <p:cxnSp>
              <p:nvCxnSpPr>
                <p:cNvPr id="881" name="Google Shape;881;p30"/>
                <p:cNvCxnSpPr/>
                <p:nvPr/>
              </p:nvCxnSpPr>
              <p:spPr>
                <a:xfrm>
                  <a:off x="-625" y="179750"/>
                  <a:ext cx="255300" cy="255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2" name="Google Shape;882;p30"/>
                <p:cNvCxnSpPr/>
                <p:nvPr/>
              </p:nvCxnSpPr>
              <p:spPr>
                <a:xfrm>
                  <a:off x="202400" y="178000"/>
                  <a:ext cx="204000" cy="204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883" name="Google Shape;883;p30"/>
                <p:cNvSpPr/>
                <p:nvPr/>
              </p:nvSpPr>
              <p:spPr>
                <a:xfrm>
                  <a:off x="174350" y="2613125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884" name="Google Shape;884;p30"/>
                <p:cNvSpPr/>
                <p:nvPr/>
              </p:nvSpPr>
              <p:spPr>
                <a:xfrm>
                  <a:off x="326175" y="2384525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cxnSp>
              <p:nvCxnSpPr>
                <p:cNvPr id="885" name="Google Shape;885;p30"/>
                <p:cNvCxnSpPr>
                  <a:endCxn id="883" idx="0"/>
                </p:cNvCxnSpPr>
                <p:nvPr/>
              </p:nvCxnSpPr>
              <p:spPr>
                <a:xfrm>
                  <a:off x="252500" y="431525"/>
                  <a:ext cx="0" cy="2181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6" name="Google Shape;886;p30"/>
                <p:cNvCxnSpPr/>
                <p:nvPr/>
              </p:nvCxnSpPr>
              <p:spPr>
                <a:xfrm>
                  <a:off x="404325" y="376000"/>
                  <a:ext cx="0" cy="2018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87" name="Google Shape;887;p30"/>
              <p:cNvGrpSpPr/>
              <p:nvPr/>
            </p:nvGrpSpPr>
            <p:grpSpPr>
              <a:xfrm rot="10800000">
                <a:off x="161900" y="2620075"/>
                <a:ext cx="551325" cy="2540850"/>
                <a:chOff x="-68850" y="160475"/>
                <a:chExt cx="551325" cy="2540850"/>
              </a:xfrm>
            </p:grpSpPr>
            <p:cxnSp>
              <p:nvCxnSpPr>
                <p:cNvPr id="888" name="Google Shape;888;p30"/>
                <p:cNvCxnSpPr/>
                <p:nvPr/>
              </p:nvCxnSpPr>
              <p:spPr>
                <a:xfrm>
                  <a:off x="-68850" y="167325"/>
                  <a:ext cx="323700" cy="323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9" name="Google Shape;889;p30"/>
                <p:cNvCxnSpPr/>
                <p:nvPr/>
              </p:nvCxnSpPr>
              <p:spPr>
                <a:xfrm>
                  <a:off x="123700" y="160475"/>
                  <a:ext cx="282600" cy="282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890" name="Google Shape;890;p30"/>
                <p:cNvSpPr/>
                <p:nvPr/>
              </p:nvSpPr>
              <p:spPr>
                <a:xfrm>
                  <a:off x="174350" y="2613125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891" name="Google Shape;891;p30"/>
                <p:cNvSpPr/>
                <p:nvPr/>
              </p:nvSpPr>
              <p:spPr>
                <a:xfrm>
                  <a:off x="326175" y="2384525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cxnSp>
              <p:nvCxnSpPr>
                <p:cNvPr id="892" name="Google Shape;892;p30"/>
                <p:cNvCxnSpPr/>
                <p:nvPr/>
              </p:nvCxnSpPr>
              <p:spPr>
                <a:xfrm>
                  <a:off x="252500" y="485544"/>
                  <a:ext cx="0" cy="212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3" name="Google Shape;893;p30"/>
                <p:cNvCxnSpPr>
                  <a:endCxn id="891" idx="0"/>
                </p:cNvCxnSpPr>
                <p:nvPr/>
              </p:nvCxnSpPr>
              <p:spPr>
                <a:xfrm>
                  <a:off x="404325" y="440525"/>
                  <a:ext cx="0" cy="1944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894" name="Google Shape;894;p30"/>
            <p:cNvGrpSpPr/>
            <p:nvPr/>
          </p:nvGrpSpPr>
          <p:grpSpPr>
            <a:xfrm>
              <a:off x="8397750" y="0"/>
              <a:ext cx="746250" cy="5160925"/>
              <a:chOff x="8397750" y="0"/>
              <a:chExt cx="746250" cy="5160925"/>
            </a:xfrm>
          </p:grpSpPr>
          <p:grpSp>
            <p:nvGrpSpPr>
              <p:cNvPr id="895" name="Google Shape;895;p30"/>
              <p:cNvGrpSpPr/>
              <p:nvPr/>
            </p:nvGrpSpPr>
            <p:grpSpPr>
              <a:xfrm rot="10800000">
                <a:off x="8660900" y="2637600"/>
                <a:ext cx="483100" cy="2523325"/>
                <a:chOff x="-625" y="178000"/>
                <a:chExt cx="483100" cy="2523325"/>
              </a:xfrm>
            </p:grpSpPr>
            <p:cxnSp>
              <p:nvCxnSpPr>
                <p:cNvPr id="896" name="Google Shape;896;p30"/>
                <p:cNvCxnSpPr/>
                <p:nvPr/>
              </p:nvCxnSpPr>
              <p:spPr>
                <a:xfrm>
                  <a:off x="-625" y="179750"/>
                  <a:ext cx="255300" cy="255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7" name="Google Shape;897;p30"/>
                <p:cNvCxnSpPr/>
                <p:nvPr/>
              </p:nvCxnSpPr>
              <p:spPr>
                <a:xfrm>
                  <a:off x="202400" y="178000"/>
                  <a:ext cx="204000" cy="204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898" name="Google Shape;898;p30"/>
                <p:cNvSpPr/>
                <p:nvPr/>
              </p:nvSpPr>
              <p:spPr>
                <a:xfrm>
                  <a:off x="174350" y="2613125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899" name="Google Shape;899;p30"/>
                <p:cNvSpPr/>
                <p:nvPr/>
              </p:nvSpPr>
              <p:spPr>
                <a:xfrm>
                  <a:off x="326175" y="2384525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cxnSp>
              <p:nvCxnSpPr>
                <p:cNvPr id="900" name="Google Shape;900;p30"/>
                <p:cNvCxnSpPr>
                  <a:endCxn id="898" idx="0"/>
                </p:cNvCxnSpPr>
                <p:nvPr/>
              </p:nvCxnSpPr>
              <p:spPr>
                <a:xfrm>
                  <a:off x="252500" y="431525"/>
                  <a:ext cx="0" cy="2181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1" name="Google Shape;901;p30"/>
                <p:cNvCxnSpPr/>
                <p:nvPr/>
              </p:nvCxnSpPr>
              <p:spPr>
                <a:xfrm>
                  <a:off x="404325" y="376000"/>
                  <a:ext cx="0" cy="2018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02" name="Google Shape;902;p30"/>
              <p:cNvGrpSpPr/>
              <p:nvPr/>
            </p:nvGrpSpPr>
            <p:grpSpPr>
              <a:xfrm>
                <a:off x="8397750" y="0"/>
                <a:ext cx="551325" cy="2540850"/>
                <a:chOff x="-68850" y="160475"/>
                <a:chExt cx="551325" cy="2540850"/>
              </a:xfrm>
            </p:grpSpPr>
            <p:cxnSp>
              <p:nvCxnSpPr>
                <p:cNvPr id="903" name="Google Shape;903;p30"/>
                <p:cNvCxnSpPr/>
                <p:nvPr/>
              </p:nvCxnSpPr>
              <p:spPr>
                <a:xfrm>
                  <a:off x="-68850" y="167325"/>
                  <a:ext cx="323700" cy="323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4" name="Google Shape;904;p30"/>
                <p:cNvCxnSpPr/>
                <p:nvPr/>
              </p:nvCxnSpPr>
              <p:spPr>
                <a:xfrm>
                  <a:off x="123700" y="160475"/>
                  <a:ext cx="282600" cy="282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905" name="Google Shape;905;p30"/>
                <p:cNvSpPr/>
                <p:nvPr/>
              </p:nvSpPr>
              <p:spPr>
                <a:xfrm>
                  <a:off x="174350" y="2613125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906" name="Google Shape;906;p30"/>
                <p:cNvSpPr/>
                <p:nvPr/>
              </p:nvSpPr>
              <p:spPr>
                <a:xfrm>
                  <a:off x="326175" y="2384525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cxnSp>
              <p:nvCxnSpPr>
                <p:cNvPr id="907" name="Google Shape;907;p30"/>
                <p:cNvCxnSpPr/>
                <p:nvPr/>
              </p:nvCxnSpPr>
              <p:spPr>
                <a:xfrm>
                  <a:off x="252500" y="485544"/>
                  <a:ext cx="0" cy="212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8" name="Google Shape;908;p30"/>
                <p:cNvCxnSpPr>
                  <a:endCxn id="906" idx="0"/>
                </p:cNvCxnSpPr>
                <p:nvPr/>
              </p:nvCxnSpPr>
              <p:spPr>
                <a:xfrm>
                  <a:off x="404325" y="440525"/>
                  <a:ext cx="0" cy="1944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0" name="Google Shape;910;p31"/>
          <p:cNvGrpSpPr/>
          <p:nvPr/>
        </p:nvGrpSpPr>
        <p:grpSpPr>
          <a:xfrm rot="10800000" flipH="1">
            <a:off x="0" y="-12"/>
            <a:ext cx="9147475" cy="1636113"/>
            <a:chOff x="0" y="3509788"/>
            <a:chExt cx="9147475" cy="1636113"/>
          </a:xfrm>
        </p:grpSpPr>
        <p:cxnSp>
          <p:nvCxnSpPr>
            <p:cNvPr id="911" name="Google Shape;911;p31"/>
            <p:cNvCxnSpPr/>
            <p:nvPr/>
          </p:nvCxnSpPr>
          <p:spPr>
            <a:xfrm rot="10800000">
              <a:off x="8886825" y="4765200"/>
              <a:ext cx="0" cy="380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2" name="Google Shape;912;p31"/>
            <p:cNvCxnSpPr/>
            <p:nvPr/>
          </p:nvCxnSpPr>
          <p:spPr>
            <a:xfrm>
              <a:off x="8523525" y="4404275"/>
              <a:ext cx="363300" cy="363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13" name="Google Shape;913;p31"/>
            <p:cNvSpPr/>
            <p:nvPr/>
          </p:nvSpPr>
          <p:spPr>
            <a:xfrm>
              <a:off x="8424000" y="4341950"/>
              <a:ext cx="156300" cy="882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914" name="Google Shape;914;p31"/>
            <p:cNvCxnSpPr/>
            <p:nvPr/>
          </p:nvCxnSpPr>
          <p:spPr>
            <a:xfrm>
              <a:off x="8527900" y="4052588"/>
              <a:ext cx="311100" cy="2916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5" name="Google Shape;915;p31"/>
            <p:cNvCxnSpPr/>
            <p:nvPr/>
          </p:nvCxnSpPr>
          <p:spPr>
            <a:xfrm>
              <a:off x="8528875" y="4052588"/>
              <a:ext cx="6186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16" name="Google Shape;916;p31"/>
            <p:cNvSpPr/>
            <p:nvPr/>
          </p:nvSpPr>
          <p:spPr>
            <a:xfrm>
              <a:off x="8791550" y="4322363"/>
              <a:ext cx="156300" cy="882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917" name="Google Shape;917;p31"/>
            <p:cNvCxnSpPr/>
            <p:nvPr/>
          </p:nvCxnSpPr>
          <p:spPr>
            <a:xfrm rot="10800000">
              <a:off x="8830425" y="3912850"/>
              <a:ext cx="3126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8" name="Google Shape;918;p31"/>
            <p:cNvCxnSpPr/>
            <p:nvPr/>
          </p:nvCxnSpPr>
          <p:spPr>
            <a:xfrm rot="10800000">
              <a:off x="8615863" y="3698188"/>
              <a:ext cx="214800" cy="214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19" name="Google Shape;919;p31"/>
            <p:cNvSpPr/>
            <p:nvPr/>
          </p:nvSpPr>
          <p:spPr>
            <a:xfrm rot="10800000">
              <a:off x="8540713" y="3667288"/>
              <a:ext cx="156300" cy="882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920" name="Google Shape;920;p31"/>
            <p:cNvCxnSpPr/>
            <p:nvPr/>
          </p:nvCxnSpPr>
          <p:spPr>
            <a:xfrm rot="10800000">
              <a:off x="9015225" y="3755350"/>
              <a:ext cx="127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1" name="Google Shape;921;p31"/>
            <p:cNvCxnSpPr/>
            <p:nvPr/>
          </p:nvCxnSpPr>
          <p:spPr>
            <a:xfrm rot="10800000">
              <a:off x="8804738" y="3540688"/>
              <a:ext cx="214800" cy="214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22" name="Google Shape;922;p31"/>
            <p:cNvSpPr/>
            <p:nvPr/>
          </p:nvSpPr>
          <p:spPr>
            <a:xfrm rot="10800000">
              <a:off x="8729588" y="3509788"/>
              <a:ext cx="156300" cy="882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923" name="Google Shape;923;p31"/>
            <p:cNvCxnSpPr/>
            <p:nvPr/>
          </p:nvCxnSpPr>
          <p:spPr>
            <a:xfrm rot="10800000" flipH="1">
              <a:off x="545775" y="4738175"/>
              <a:ext cx="406800" cy="406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4" name="Google Shape;924;p31"/>
            <p:cNvCxnSpPr/>
            <p:nvPr/>
          </p:nvCxnSpPr>
          <p:spPr>
            <a:xfrm rot="10800000">
              <a:off x="952300" y="4741375"/>
              <a:ext cx="593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5" name="Google Shape;925;p31"/>
            <p:cNvCxnSpPr/>
            <p:nvPr/>
          </p:nvCxnSpPr>
          <p:spPr>
            <a:xfrm rot="10800000" flipH="1">
              <a:off x="745650" y="4837800"/>
              <a:ext cx="308100" cy="3081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6" name="Google Shape;926;p31"/>
            <p:cNvCxnSpPr>
              <a:stCxn id="927" idx="2"/>
            </p:cNvCxnSpPr>
            <p:nvPr/>
          </p:nvCxnSpPr>
          <p:spPr>
            <a:xfrm rot="10800000">
              <a:off x="1053500" y="4840900"/>
              <a:ext cx="724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28" name="Google Shape;928;p31"/>
            <p:cNvSpPr/>
            <p:nvPr/>
          </p:nvSpPr>
          <p:spPr>
            <a:xfrm rot="10800000" flipH="1">
              <a:off x="1545400" y="4697275"/>
              <a:ext cx="156300" cy="882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27" name="Google Shape;927;p31"/>
            <p:cNvSpPr/>
            <p:nvPr/>
          </p:nvSpPr>
          <p:spPr>
            <a:xfrm rot="10800000" flipH="1">
              <a:off x="1777700" y="4796800"/>
              <a:ext cx="156300" cy="882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929" name="Google Shape;929;p31"/>
            <p:cNvCxnSpPr/>
            <p:nvPr/>
          </p:nvCxnSpPr>
          <p:spPr>
            <a:xfrm rot="10800000" flipH="1">
              <a:off x="0" y="4737500"/>
              <a:ext cx="402900" cy="40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0" name="Google Shape;930;p31"/>
            <p:cNvCxnSpPr/>
            <p:nvPr/>
          </p:nvCxnSpPr>
          <p:spPr>
            <a:xfrm rot="10800000" flipH="1">
              <a:off x="228025" y="4737500"/>
              <a:ext cx="402900" cy="40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31" name="Google Shape;931;p31"/>
            <p:cNvSpPr/>
            <p:nvPr/>
          </p:nvSpPr>
          <p:spPr>
            <a:xfrm rot="10800000" flipH="1">
              <a:off x="563700" y="4690850"/>
              <a:ext cx="156300" cy="882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932" name="Google Shape;932;p31"/>
            <p:cNvCxnSpPr/>
            <p:nvPr/>
          </p:nvCxnSpPr>
          <p:spPr>
            <a:xfrm rot="10800000">
              <a:off x="397975" y="4360975"/>
              <a:ext cx="0" cy="380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33" name="Google Shape;933;p31"/>
            <p:cNvSpPr/>
            <p:nvPr/>
          </p:nvSpPr>
          <p:spPr>
            <a:xfrm rot="10800000" flipH="1">
              <a:off x="319825" y="4297500"/>
              <a:ext cx="156300" cy="882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934" name="Google Shape;934;p31"/>
          <p:cNvPicPr preferRelativeResize="0"/>
          <p:nvPr/>
        </p:nvPicPr>
        <p:blipFill rotWithShape="1">
          <a:blip r:embed="rId2">
            <a:alphaModFix/>
          </a:blip>
          <a:srcRect t="55253"/>
          <a:stretch/>
        </p:blipFill>
        <p:spPr>
          <a:xfrm>
            <a:off x="278338" y="1037550"/>
            <a:ext cx="222225" cy="121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Kanit"/>
              <a:buNone/>
              <a:defRPr sz="3000">
                <a:solidFill>
                  <a:schemeClr val="lt2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Kanit"/>
              <a:buNone/>
              <a:defRPr sz="3500">
                <a:solidFill>
                  <a:schemeClr val="lt2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Kanit"/>
              <a:buNone/>
              <a:defRPr sz="3500">
                <a:solidFill>
                  <a:schemeClr val="lt2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Kanit"/>
              <a:buNone/>
              <a:defRPr sz="3500">
                <a:solidFill>
                  <a:schemeClr val="lt2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Kanit"/>
              <a:buNone/>
              <a:defRPr sz="3500">
                <a:solidFill>
                  <a:schemeClr val="lt2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Kanit"/>
              <a:buNone/>
              <a:defRPr sz="3500">
                <a:solidFill>
                  <a:schemeClr val="lt2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Kanit"/>
              <a:buNone/>
              <a:defRPr sz="3500">
                <a:solidFill>
                  <a:schemeClr val="lt2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Kanit"/>
              <a:buNone/>
              <a:defRPr sz="3500">
                <a:solidFill>
                  <a:schemeClr val="lt2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Kanit"/>
              <a:buNone/>
              <a:defRPr sz="3500">
                <a:solidFill>
                  <a:schemeClr val="lt2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5" r:id="rId4"/>
    <p:sldLayoutId id="2147483658" r:id="rId5"/>
    <p:sldLayoutId id="2147483661" r:id="rId6"/>
    <p:sldLayoutId id="2147483665" r:id="rId7"/>
    <p:sldLayoutId id="2147483670" r:id="rId8"/>
    <p:sldLayoutId id="2147483671" r:id="rId9"/>
    <p:sldLayoutId id="2147483676" r:id="rId10"/>
    <p:sldLayoutId id="2147483677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stock-price-prediction-using-machine-learning-in-python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8"/>
          <p:cNvSpPr txBox="1">
            <a:spLocks noGrp="1"/>
          </p:cNvSpPr>
          <p:nvPr>
            <p:ph type="ctrTitle"/>
          </p:nvPr>
        </p:nvSpPr>
        <p:spPr>
          <a:xfrm>
            <a:off x="1466700" y="951050"/>
            <a:ext cx="6210600" cy="222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Sistem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de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Tranzacționare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Algoritmică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bazat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pe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Inteligență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Artificială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952" name="Google Shape;952;p38"/>
          <p:cNvSpPr txBox="1">
            <a:spLocks noGrp="1"/>
          </p:cNvSpPr>
          <p:nvPr>
            <p:ph type="subTitle" idx="1"/>
          </p:nvPr>
        </p:nvSpPr>
        <p:spPr>
          <a:xfrm>
            <a:off x="1716909" y="3434825"/>
            <a:ext cx="5454600" cy="7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Student: Barbu Denis-Andrei </a:t>
            </a:r>
          </a:p>
          <a:p>
            <a:pPr marL="0" lvl="0" indent="0"/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Grupa: 631AB </a:t>
            </a:r>
          </a:p>
          <a:p>
            <a:pPr marL="0" lvl="0" indent="0"/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Disciplina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: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Rețele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Neuronale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</a:p>
          <a:p>
            <a:pPr marL="0" lvl="0" indent="0"/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Proiect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: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Aplicație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Software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Predicție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Bursieră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pic>
        <p:nvPicPr>
          <p:cNvPr id="953" name="Google Shape;95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9450" y="493000"/>
            <a:ext cx="942650" cy="131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237" y="1535700"/>
            <a:ext cx="661452" cy="914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6050" y="2569500"/>
            <a:ext cx="2419275" cy="24947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6" name="Google Shape;956;p38"/>
          <p:cNvCxnSpPr/>
          <p:nvPr/>
        </p:nvCxnSpPr>
        <p:spPr>
          <a:xfrm>
            <a:off x="1844700" y="3358263"/>
            <a:ext cx="5454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40"/>
          <p:cNvSpPr/>
          <p:nvPr/>
        </p:nvSpPr>
        <p:spPr>
          <a:xfrm>
            <a:off x="1219575" y="3487608"/>
            <a:ext cx="665700" cy="542400"/>
          </a:xfrm>
          <a:prstGeom prst="snip2DiagRect">
            <a:avLst>
              <a:gd name="adj1" fmla="val 0"/>
              <a:gd name="adj2" fmla="val 22095"/>
            </a:avLst>
          </a:prstGeom>
          <a:solidFill>
            <a:schemeClr val="accent2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>
              <a:solidFill>
                <a:schemeClr val="lt2"/>
              </a:solidFill>
              <a:latin typeface="Kanit" panose="020B0604020202020204" charset="-34"/>
              <a:ea typeface="Kanit SemiBold"/>
              <a:cs typeface="Kanit" panose="020B0604020202020204" charset="-34"/>
              <a:sym typeface="Kanit SemiBold"/>
            </a:endParaRPr>
          </a:p>
        </p:txBody>
      </p:sp>
      <p:sp>
        <p:nvSpPr>
          <p:cNvPr id="971" name="Google Shape;971;p40"/>
          <p:cNvSpPr/>
          <p:nvPr/>
        </p:nvSpPr>
        <p:spPr>
          <a:xfrm>
            <a:off x="4760142" y="3487608"/>
            <a:ext cx="665700" cy="542400"/>
          </a:xfrm>
          <a:prstGeom prst="snip2DiagRect">
            <a:avLst>
              <a:gd name="adj1" fmla="val 0"/>
              <a:gd name="adj2" fmla="val 22095"/>
            </a:avLst>
          </a:prstGeom>
          <a:solidFill>
            <a:schemeClr val="accent2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>
              <a:solidFill>
                <a:schemeClr val="lt2"/>
              </a:solidFill>
              <a:latin typeface="Kanit" panose="020B0604020202020204" charset="-34"/>
              <a:ea typeface="Kanit SemiBold"/>
              <a:cs typeface="Kanit" panose="020B0604020202020204" charset="-34"/>
              <a:sym typeface="Kanit SemiBold"/>
            </a:endParaRPr>
          </a:p>
        </p:txBody>
      </p:sp>
      <p:sp>
        <p:nvSpPr>
          <p:cNvPr id="972" name="Google Shape;972;p40"/>
          <p:cNvSpPr txBox="1">
            <a:spLocks noGrp="1"/>
          </p:cNvSpPr>
          <p:nvPr>
            <p:ph type="title" idx="9"/>
          </p:nvPr>
        </p:nvSpPr>
        <p:spPr>
          <a:xfrm>
            <a:off x="1282725" y="3536625"/>
            <a:ext cx="539400" cy="43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nit" panose="020B0604020202020204" charset="-34"/>
                <a:cs typeface="Kanit" panose="020B0604020202020204" charset="-34"/>
              </a:rPr>
              <a:t>03</a:t>
            </a:r>
            <a:endParaRPr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973" name="Google Shape;973;p40"/>
          <p:cNvSpPr txBox="1">
            <a:spLocks noGrp="1"/>
          </p:cNvSpPr>
          <p:nvPr>
            <p:ph type="title" idx="13"/>
          </p:nvPr>
        </p:nvSpPr>
        <p:spPr>
          <a:xfrm>
            <a:off x="4822242" y="3536625"/>
            <a:ext cx="541500" cy="43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nit" panose="020B0604020202020204" charset="-34"/>
                <a:cs typeface="Kanit" panose="020B0604020202020204" charset="-34"/>
              </a:rPr>
              <a:t>06</a:t>
            </a:r>
            <a:endParaRPr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974" name="Google Shape;974;p40"/>
          <p:cNvSpPr txBox="1">
            <a:spLocks noGrp="1"/>
          </p:cNvSpPr>
          <p:nvPr>
            <p:ph type="subTitle" idx="14"/>
          </p:nvPr>
        </p:nvSpPr>
        <p:spPr>
          <a:xfrm>
            <a:off x="2022749" y="3430250"/>
            <a:ext cx="2596309" cy="7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b="1" dirty="0" err="1">
                <a:solidFill>
                  <a:schemeClr val="hlink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Dezvoltare</a:t>
            </a:r>
            <a:r>
              <a:rPr lang="en-US" b="1" dirty="0">
                <a:solidFill>
                  <a:schemeClr val="hlink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 </a:t>
            </a:r>
            <a:r>
              <a:rPr lang="en-US" b="1" dirty="0" err="1">
                <a:solidFill>
                  <a:schemeClr val="hlink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proiect</a:t>
            </a:r>
            <a:r>
              <a:rPr lang="en-US" b="1" dirty="0">
                <a:solidFill>
                  <a:schemeClr val="hlink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 software SIA</a:t>
            </a:r>
            <a:endParaRPr lang="en-US" b="1" dirty="0">
              <a:latin typeface="Kanit" panose="020B0604020202020204" charset="-34"/>
              <a:ea typeface="Inter"/>
              <a:cs typeface="Kanit" panose="020B0604020202020204" charset="-34"/>
              <a:sym typeface="Inter"/>
            </a:endParaRPr>
          </a:p>
        </p:txBody>
      </p:sp>
      <p:sp>
        <p:nvSpPr>
          <p:cNvPr id="975" name="Google Shape;975;p40"/>
          <p:cNvSpPr txBox="1">
            <a:spLocks noGrp="1"/>
          </p:cNvSpPr>
          <p:nvPr>
            <p:ph type="subTitle" idx="15"/>
          </p:nvPr>
        </p:nvSpPr>
        <p:spPr>
          <a:xfrm>
            <a:off x="5566924" y="3283589"/>
            <a:ext cx="2460000" cy="7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b="1" dirty="0" err="1"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Bibliografie</a:t>
            </a:r>
            <a:endParaRPr lang="en-US" b="1" dirty="0">
              <a:latin typeface="Kanit" panose="020B0604020202020204" charset="-34"/>
              <a:ea typeface="Inter"/>
              <a:cs typeface="Kanit" panose="020B0604020202020204" charset="-34"/>
              <a:sym typeface="Inter"/>
            </a:endParaRPr>
          </a:p>
        </p:txBody>
      </p:sp>
      <p:sp>
        <p:nvSpPr>
          <p:cNvPr id="976" name="Google Shape;976;p40"/>
          <p:cNvSpPr/>
          <p:nvPr/>
        </p:nvSpPr>
        <p:spPr>
          <a:xfrm>
            <a:off x="1219575" y="2477789"/>
            <a:ext cx="665700" cy="542400"/>
          </a:xfrm>
          <a:prstGeom prst="snip2DiagRect">
            <a:avLst>
              <a:gd name="adj1" fmla="val 0"/>
              <a:gd name="adj2" fmla="val 22095"/>
            </a:avLst>
          </a:prstGeom>
          <a:solidFill>
            <a:schemeClr val="accent2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>
              <a:solidFill>
                <a:schemeClr val="lt2"/>
              </a:solidFill>
              <a:latin typeface="Kanit" panose="020B0604020202020204" charset="-34"/>
              <a:ea typeface="Kanit SemiBold"/>
              <a:cs typeface="Kanit" panose="020B0604020202020204" charset="-34"/>
              <a:sym typeface="Kanit SemiBold"/>
            </a:endParaRPr>
          </a:p>
        </p:txBody>
      </p:sp>
      <p:sp>
        <p:nvSpPr>
          <p:cNvPr id="977" name="Google Shape;977;p40"/>
          <p:cNvSpPr/>
          <p:nvPr/>
        </p:nvSpPr>
        <p:spPr>
          <a:xfrm>
            <a:off x="4760142" y="1467970"/>
            <a:ext cx="665700" cy="542400"/>
          </a:xfrm>
          <a:prstGeom prst="snip2DiagRect">
            <a:avLst>
              <a:gd name="adj1" fmla="val 0"/>
              <a:gd name="adj2" fmla="val 22095"/>
            </a:avLst>
          </a:prstGeom>
          <a:solidFill>
            <a:schemeClr val="accent2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>
              <a:solidFill>
                <a:schemeClr val="lt2"/>
              </a:solidFill>
              <a:latin typeface="Kanit" panose="020B0604020202020204" charset="-34"/>
              <a:ea typeface="Kanit SemiBold"/>
              <a:cs typeface="Kanit" panose="020B0604020202020204" charset="-34"/>
              <a:sym typeface="Kanit SemiBold"/>
            </a:endParaRPr>
          </a:p>
        </p:txBody>
      </p:sp>
      <p:sp>
        <p:nvSpPr>
          <p:cNvPr id="978" name="Google Shape;978;p40"/>
          <p:cNvSpPr/>
          <p:nvPr/>
        </p:nvSpPr>
        <p:spPr>
          <a:xfrm>
            <a:off x="4760142" y="2477789"/>
            <a:ext cx="665700" cy="542400"/>
          </a:xfrm>
          <a:prstGeom prst="snip2DiagRect">
            <a:avLst>
              <a:gd name="adj1" fmla="val 0"/>
              <a:gd name="adj2" fmla="val 22095"/>
            </a:avLst>
          </a:prstGeom>
          <a:solidFill>
            <a:schemeClr val="accent2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>
              <a:solidFill>
                <a:schemeClr val="lt2"/>
              </a:solidFill>
              <a:latin typeface="Kanit" panose="020B0604020202020204" charset="-34"/>
              <a:ea typeface="Kanit SemiBold"/>
              <a:cs typeface="Kanit" panose="020B0604020202020204" charset="-34"/>
              <a:sym typeface="Kanit SemiBold"/>
            </a:endParaRPr>
          </a:p>
        </p:txBody>
      </p:sp>
      <p:sp>
        <p:nvSpPr>
          <p:cNvPr id="979" name="Google Shape;979;p40"/>
          <p:cNvSpPr/>
          <p:nvPr/>
        </p:nvSpPr>
        <p:spPr>
          <a:xfrm>
            <a:off x="1219575" y="1467970"/>
            <a:ext cx="665700" cy="542400"/>
          </a:xfrm>
          <a:prstGeom prst="snip2DiagRect">
            <a:avLst>
              <a:gd name="adj1" fmla="val 0"/>
              <a:gd name="adj2" fmla="val 22095"/>
            </a:avLst>
          </a:prstGeom>
          <a:solidFill>
            <a:schemeClr val="accent2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>
              <a:solidFill>
                <a:schemeClr val="lt2"/>
              </a:solidFill>
              <a:latin typeface="Kanit" panose="020B0604020202020204" charset="-34"/>
              <a:ea typeface="Kanit SemiBold"/>
              <a:cs typeface="Kanit" panose="020B0604020202020204" charset="-34"/>
              <a:sym typeface="Kanit SemiBold"/>
            </a:endParaRPr>
          </a:p>
        </p:txBody>
      </p:sp>
      <p:sp>
        <p:nvSpPr>
          <p:cNvPr id="980" name="Google Shape;980;p40"/>
          <p:cNvSpPr txBox="1">
            <a:spLocks noGrp="1"/>
          </p:cNvSpPr>
          <p:nvPr>
            <p:ph type="title" idx="2"/>
          </p:nvPr>
        </p:nvSpPr>
        <p:spPr>
          <a:xfrm>
            <a:off x="1282725" y="2531850"/>
            <a:ext cx="539400" cy="43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nit" panose="020B0604020202020204" charset="-34"/>
                <a:cs typeface="Kanit" panose="020B0604020202020204" charset="-34"/>
              </a:rPr>
              <a:t>02</a:t>
            </a:r>
            <a:endParaRPr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981" name="Google Shape;981;p40"/>
          <p:cNvSpPr txBox="1">
            <a:spLocks noGrp="1"/>
          </p:cNvSpPr>
          <p:nvPr>
            <p:ph type="title" idx="3"/>
          </p:nvPr>
        </p:nvSpPr>
        <p:spPr>
          <a:xfrm>
            <a:off x="4822242" y="1527075"/>
            <a:ext cx="541500" cy="43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nit" panose="020B0604020202020204" charset="-34"/>
                <a:cs typeface="Kanit" panose="020B0604020202020204" charset="-34"/>
              </a:rPr>
              <a:t>04</a:t>
            </a:r>
            <a:endParaRPr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982" name="Google Shape;982;p40"/>
          <p:cNvSpPr txBox="1">
            <a:spLocks noGrp="1"/>
          </p:cNvSpPr>
          <p:nvPr>
            <p:ph type="title" idx="4"/>
          </p:nvPr>
        </p:nvSpPr>
        <p:spPr>
          <a:xfrm>
            <a:off x="4822242" y="2531850"/>
            <a:ext cx="541500" cy="43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nit" panose="020B0604020202020204" charset="-34"/>
                <a:cs typeface="Kanit" panose="020B0604020202020204" charset="-34"/>
              </a:rPr>
              <a:t>05</a:t>
            </a:r>
            <a:endParaRPr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983" name="Google Shape;983;p40"/>
          <p:cNvSpPr txBox="1">
            <a:spLocks noGrp="1"/>
          </p:cNvSpPr>
          <p:nvPr>
            <p:ph type="title"/>
          </p:nvPr>
        </p:nvSpPr>
        <p:spPr>
          <a:xfrm>
            <a:off x="1281675" y="1527025"/>
            <a:ext cx="541500" cy="43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nit" panose="020B0604020202020204" charset="-34"/>
                <a:cs typeface="Kanit" panose="020B0604020202020204" charset="-34"/>
              </a:rPr>
              <a:t>01</a:t>
            </a:r>
            <a:endParaRPr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984" name="Google Shape;984;p40"/>
          <p:cNvSpPr txBox="1">
            <a:spLocks noGrp="1"/>
          </p:cNvSpPr>
          <p:nvPr>
            <p:ph type="title" idx="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nit" panose="020B0604020202020204" charset="-34"/>
                <a:cs typeface="Kanit" panose="020B0604020202020204" charset="-34"/>
              </a:rPr>
              <a:t>Cuprins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985" name="Google Shape;985;p40"/>
          <p:cNvSpPr txBox="1">
            <a:spLocks noGrp="1"/>
          </p:cNvSpPr>
          <p:nvPr>
            <p:ph type="subTitle" idx="6"/>
          </p:nvPr>
        </p:nvSpPr>
        <p:spPr>
          <a:xfrm>
            <a:off x="2022750" y="2425475"/>
            <a:ext cx="2460000" cy="7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b="1" dirty="0" err="1"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Descriere</a:t>
            </a:r>
            <a:r>
              <a:rPr lang="en-US" b="1" dirty="0"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 SIA </a:t>
            </a:r>
          </a:p>
          <a:p>
            <a:pPr marL="0" lvl="0" indent="0"/>
            <a:r>
              <a:rPr lang="en-US" b="1" dirty="0"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ales</a:t>
            </a:r>
          </a:p>
        </p:txBody>
      </p:sp>
      <p:sp>
        <p:nvSpPr>
          <p:cNvPr id="986" name="Google Shape;986;p40"/>
          <p:cNvSpPr txBox="1">
            <a:spLocks noGrp="1"/>
          </p:cNvSpPr>
          <p:nvPr>
            <p:ph type="subTitle" idx="7"/>
          </p:nvPr>
        </p:nvSpPr>
        <p:spPr>
          <a:xfrm>
            <a:off x="5566924" y="1420700"/>
            <a:ext cx="2773709" cy="7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it-IT" b="1" dirty="0">
                <a:solidFill>
                  <a:schemeClr val="hlink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Instruire, Validare, Testare si Simulare</a:t>
            </a:r>
            <a:endParaRPr lang="it-IT" b="1" dirty="0">
              <a:latin typeface="Kanit" panose="020B0604020202020204" charset="-34"/>
              <a:ea typeface="Inter"/>
              <a:cs typeface="Kanit" panose="020B0604020202020204" charset="-34"/>
              <a:sym typeface="Inter"/>
            </a:endParaRPr>
          </a:p>
        </p:txBody>
      </p:sp>
      <p:sp>
        <p:nvSpPr>
          <p:cNvPr id="987" name="Google Shape;987;p40"/>
          <p:cNvSpPr txBox="1">
            <a:spLocks noGrp="1"/>
          </p:cNvSpPr>
          <p:nvPr>
            <p:ph type="subTitle" idx="8"/>
          </p:nvPr>
        </p:nvSpPr>
        <p:spPr>
          <a:xfrm>
            <a:off x="5566925" y="2425475"/>
            <a:ext cx="2460000" cy="7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b="1" dirty="0" err="1">
                <a:solidFill>
                  <a:schemeClr val="hlink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Discutii</a:t>
            </a:r>
            <a:r>
              <a:rPr lang="en-US" b="1" dirty="0">
                <a:solidFill>
                  <a:schemeClr val="hlink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 </a:t>
            </a:r>
            <a:r>
              <a:rPr lang="en-US" b="1" dirty="0" err="1">
                <a:solidFill>
                  <a:schemeClr val="hlink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si</a:t>
            </a:r>
            <a:r>
              <a:rPr lang="en-US" b="1" dirty="0">
                <a:solidFill>
                  <a:schemeClr val="hlink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 </a:t>
            </a:r>
            <a:r>
              <a:rPr lang="en-US" b="1" dirty="0" err="1">
                <a:solidFill>
                  <a:schemeClr val="hlink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concluzii</a:t>
            </a:r>
            <a:endParaRPr lang="en-US" b="1" dirty="0">
              <a:latin typeface="Kanit" panose="020B0604020202020204" charset="-34"/>
              <a:ea typeface="Inter"/>
              <a:cs typeface="Kanit" panose="020B0604020202020204" charset="-34"/>
              <a:sym typeface="Inter"/>
            </a:endParaRPr>
          </a:p>
        </p:txBody>
      </p:sp>
      <p:sp>
        <p:nvSpPr>
          <p:cNvPr id="988" name="Google Shape;988;p40"/>
          <p:cNvSpPr txBox="1">
            <a:spLocks noGrp="1"/>
          </p:cNvSpPr>
          <p:nvPr>
            <p:ph type="subTitle" idx="1"/>
          </p:nvPr>
        </p:nvSpPr>
        <p:spPr>
          <a:xfrm>
            <a:off x="2022750" y="1278211"/>
            <a:ext cx="2460000" cy="7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b="1" dirty="0" err="1">
                <a:solidFill>
                  <a:schemeClr val="hlink"/>
                </a:solidFill>
                <a:latin typeface="Kanit" panose="020B0604020202020204" charset="-34"/>
                <a:ea typeface="KaiTi" panose="020B0503020204020204" pitchFamily="49" charset="-122"/>
                <a:cs typeface="Kanit" panose="020B0604020202020204" charset="-34"/>
                <a:sym typeface="Inter"/>
              </a:rPr>
              <a:t>Descriere</a:t>
            </a:r>
            <a:r>
              <a:rPr lang="en-US" b="1" dirty="0">
                <a:solidFill>
                  <a:schemeClr val="hlink"/>
                </a:solidFill>
                <a:latin typeface="Kanit" panose="020B0604020202020204" charset="-34"/>
                <a:ea typeface="KaiTi" panose="020B0503020204020204" pitchFamily="49" charset="-122"/>
                <a:cs typeface="Kanit" panose="020B0604020202020204" charset="-34"/>
                <a:sym typeface="Inter"/>
              </a:rPr>
              <a:t> (</a:t>
            </a:r>
            <a:r>
              <a:rPr lang="en-US" b="1" dirty="0" err="1">
                <a:solidFill>
                  <a:schemeClr val="hlink"/>
                </a:solidFill>
                <a:latin typeface="Kanit" panose="020B0604020202020204" charset="-34"/>
                <a:ea typeface="KaiTi" panose="020B0503020204020204" pitchFamily="49" charset="-122"/>
                <a:cs typeface="Kanit" panose="020B0604020202020204" charset="-34"/>
                <a:sym typeface="Inter"/>
              </a:rPr>
              <a:t>Nevoie</a:t>
            </a:r>
            <a:r>
              <a:rPr lang="en-US" b="1" dirty="0">
                <a:solidFill>
                  <a:schemeClr val="hlink"/>
                </a:solidFill>
                <a:latin typeface="Kanit" panose="020B0604020202020204" charset="-34"/>
                <a:ea typeface="KaiTi" panose="020B0503020204020204" pitchFamily="49" charset="-122"/>
                <a:cs typeface="Kanit" panose="020B0604020202020204" charset="-34"/>
                <a:sym typeface="Inter"/>
              </a:rPr>
              <a:t>)</a:t>
            </a:r>
            <a:endParaRPr lang="en-US" b="1" dirty="0">
              <a:latin typeface="Kanit" panose="020B0604020202020204" charset="-34"/>
              <a:ea typeface="KaiTi" panose="020B0503020204020204" pitchFamily="49" charset="-122"/>
              <a:cs typeface="Kanit" panose="020B0604020202020204" charset="-34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46"/>
          <p:cNvSpPr/>
          <p:nvPr/>
        </p:nvSpPr>
        <p:spPr>
          <a:xfrm>
            <a:off x="1553675" y="1521592"/>
            <a:ext cx="813300" cy="662700"/>
          </a:xfrm>
          <a:prstGeom prst="snip2DiagRect">
            <a:avLst>
              <a:gd name="adj1" fmla="val 0"/>
              <a:gd name="adj2" fmla="val 22095"/>
            </a:avLst>
          </a:prstGeom>
          <a:solidFill>
            <a:schemeClr val="accen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 dirty="0">
              <a:solidFill>
                <a:srgbClr val="FFFFFF"/>
              </a:solidFill>
              <a:latin typeface="Kanit" panose="020B0604020202020204" charset="-34"/>
              <a:ea typeface="Kanit SemiBold"/>
              <a:cs typeface="Kanit" panose="020B0604020202020204" charset="-34"/>
              <a:sym typeface="Kanit SemiBold"/>
            </a:endParaRPr>
          </a:p>
        </p:txBody>
      </p:sp>
      <p:sp>
        <p:nvSpPr>
          <p:cNvPr id="1072" name="Google Shape;1072;p46"/>
          <p:cNvSpPr/>
          <p:nvPr/>
        </p:nvSpPr>
        <p:spPr>
          <a:xfrm>
            <a:off x="4165338" y="1521592"/>
            <a:ext cx="813300" cy="662700"/>
          </a:xfrm>
          <a:prstGeom prst="snip2DiagRect">
            <a:avLst>
              <a:gd name="adj1" fmla="val 0"/>
              <a:gd name="adj2" fmla="val 22095"/>
            </a:avLst>
          </a:prstGeom>
          <a:solidFill>
            <a:schemeClr val="accen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 dirty="0">
              <a:solidFill>
                <a:srgbClr val="FFFFFF"/>
              </a:solidFill>
              <a:latin typeface="Kanit" panose="020B0604020202020204" charset="-34"/>
              <a:ea typeface="Kanit SemiBold"/>
              <a:cs typeface="Kanit" panose="020B0604020202020204" charset="-34"/>
              <a:sym typeface="Kanit SemiBold"/>
            </a:endParaRPr>
          </a:p>
        </p:txBody>
      </p:sp>
      <p:sp>
        <p:nvSpPr>
          <p:cNvPr id="1073" name="Google Shape;1073;p46"/>
          <p:cNvSpPr/>
          <p:nvPr/>
        </p:nvSpPr>
        <p:spPr>
          <a:xfrm>
            <a:off x="6776988" y="1525654"/>
            <a:ext cx="813300" cy="662700"/>
          </a:xfrm>
          <a:prstGeom prst="snip2DiagRect">
            <a:avLst>
              <a:gd name="adj1" fmla="val 0"/>
              <a:gd name="adj2" fmla="val 22095"/>
            </a:avLst>
          </a:prstGeom>
          <a:solidFill>
            <a:schemeClr val="accen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>
              <a:solidFill>
                <a:srgbClr val="FFFFFF"/>
              </a:solidFill>
              <a:latin typeface="Kanit" panose="020B0604020202020204" charset="-34"/>
              <a:ea typeface="Kanit SemiBold"/>
              <a:cs typeface="Kanit" panose="020B0604020202020204" charset="-34"/>
              <a:sym typeface="Kanit SemiBold"/>
            </a:endParaRPr>
          </a:p>
        </p:txBody>
      </p:sp>
      <p:sp>
        <p:nvSpPr>
          <p:cNvPr id="1074" name="Google Shape;1074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nit" panose="020B0604020202020204" charset="-34"/>
                <a:cs typeface="Kanit" panose="020B0604020202020204" charset="-34"/>
              </a:rPr>
              <a:t>Descriere (Nevoie)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1075" name="Google Shape;1075;p46"/>
          <p:cNvSpPr txBox="1">
            <a:spLocks noGrp="1"/>
          </p:cNvSpPr>
          <p:nvPr>
            <p:ph type="subTitle" idx="1"/>
          </p:nvPr>
        </p:nvSpPr>
        <p:spPr>
          <a:xfrm>
            <a:off x="720000" y="2921237"/>
            <a:ext cx="2175300" cy="15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• </a:t>
            </a:r>
            <a:r>
              <a:rPr lang="en-US" dirty="0" err="1">
                <a:latin typeface="Kanit" panose="020B0604020202020204" charset="-34"/>
                <a:ea typeface="Inter" panose="020B0604020202020204" charset="0"/>
                <a:cs typeface="Kanit" panose="020B0604020202020204" charset="-34"/>
              </a:rPr>
              <a:t>Piețele</a:t>
            </a:r>
            <a:r>
              <a:rPr lang="en-US" dirty="0">
                <a:latin typeface="Kanit" panose="020B0604020202020204" charset="-34"/>
                <a:ea typeface="Inter" panose="020B0604020202020204" charset="0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ea typeface="Inter" panose="020B0604020202020204" charset="0"/>
                <a:cs typeface="Kanit" panose="020B0604020202020204" charset="-34"/>
              </a:rPr>
              <a:t>financiare</a:t>
            </a:r>
            <a:r>
              <a:rPr lang="en-US" dirty="0">
                <a:latin typeface="Kanit" panose="020B0604020202020204" charset="-34"/>
                <a:ea typeface="Inter" panose="020B0604020202020204" charset="0"/>
                <a:cs typeface="Kanit" panose="020B0604020202020204" charset="-34"/>
              </a:rPr>
              <a:t> sunt volatile </a:t>
            </a:r>
            <a:r>
              <a:rPr lang="en-US" dirty="0" err="1">
                <a:latin typeface="Kanit" panose="020B0604020202020204" charset="-34"/>
                <a:ea typeface="Inter" panose="020B0604020202020204" charset="0"/>
                <a:cs typeface="Kanit" panose="020B0604020202020204" charset="-34"/>
              </a:rPr>
              <a:t>și</a:t>
            </a:r>
            <a:r>
              <a:rPr lang="en-US" dirty="0">
                <a:latin typeface="Kanit" panose="020B0604020202020204" charset="-34"/>
                <a:ea typeface="Inter" panose="020B0604020202020204" charset="0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ea typeface="Inter" panose="020B0604020202020204" charset="0"/>
                <a:cs typeface="Kanit" panose="020B0604020202020204" charset="-34"/>
              </a:rPr>
              <a:t>greu</a:t>
            </a:r>
            <a:r>
              <a:rPr lang="en-US" dirty="0">
                <a:latin typeface="Kanit" panose="020B0604020202020204" charset="-34"/>
                <a:ea typeface="Inter" panose="020B0604020202020204" charset="0"/>
                <a:cs typeface="Kanit" panose="020B0604020202020204" charset="-34"/>
              </a:rPr>
              <a:t> de </a:t>
            </a:r>
            <a:r>
              <a:rPr lang="en-US" dirty="0" err="1">
                <a:latin typeface="Kanit" panose="020B0604020202020204" charset="-34"/>
                <a:ea typeface="Inter" panose="020B0604020202020204" charset="0"/>
                <a:cs typeface="Kanit" panose="020B0604020202020204" charset="-34"/>
              </a:rPr>
              <a:t>anticipat</a:t>
            </a:r>
            <a:r>
              <a:rPr lang="en-US" dirty="0">
                <a:latin typeface="Kanit" panose="020B0604020202020204" charset="-34"/>
                <a:ea typeface="Inter" panose="020B0604020202020204" charset="0"/>
                <a:cs typeface="Kanit" panose="020B0604020202020204" charset="-34"/>
              </a:rPr>
              <a:t> manual.</a:t>
            </a:r>
          </a:p>
          <a:p>
            <a:pPr algn="r"/>
            <a:endParaRPr lang="en-US" dirty="0">
              <a:latin typeface="Kanit" panose="020B0604020202020204" charset="-34"/>
              <a:ea typeface="Inter" panose="020B0604020202020204" charset="0"/>
              <a:cs typeface="Kanit" panose="020B0604020202020204" charset="-34"/>
            </a:endParaRPr>
          </a:p>
          <a:p>
            <a:pPr algn="r"/>
            <a:r>
              <a:rPr lang="en-US" dirty="0">
                <a:latin typeface="Kanit" panose="020B0604020202020204" charset="-34"/>
                <a:ea typeface="Inter" panose="020B0604020202020204" charset="0"/>
                <a:cs typeface="Kanit" panose="020B0604020202020204" charset="-34"/>
              </a:rPr>
              <a:t>• </a:t>
            </a:r>
            <a:r>
              <a:rPr lang="en-US" dirty="0" err="1">
                <a:latin typeface="Kanit" panose="020B0604020202020204" charset="-34"/>
                <a:ea typeface="Inter" panose="020B0604020202020204" charset="0"/>
                <a:cs typeface="Kanit" panose="020B0604020202020204" charset="-34"/>
              </a:rPr>
              <a:t>Investitorii</a:t>
            </a:r>
            <a:r>
              <a:rPr lang="en-US" dirty="0">
                <a:latin typeface="Kanit" panose="020B0604020202020204" charset="-34"/>
                <a:ea typeface="Inter" panose="020B0604020202020204" charset="0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ea typeface="Inter" panose="020B0604020202020204" charset="0"/>
                <a:cs typeface="Kanit" panose="020B0604020202020204" charset="-34"/>
              </a:rPr>
              <a:t>umani</a:t>
            </a:r>
            <a:r>
              <a:rPr lang="en-US" dirty="0">
                <a:latin typeface="Kanit" panose="020B0604020202020204" charset="-34"/>
                <a:ea typeface="Inter" panose="020B0604020202020204" charset="0"/>
                <a:cs typeface="Kanit" panose="020B0604020202020204" charset="-34"/>
              </a:rPr>
              <a:t> sunt </a:t>
            </a:r>
            <a:r>
              <a:rPr lang="en-US" dirty="0" err="1">
                <a:latin typeface="Kanit" panose="020B0604020202020204" charset="-34"/>
                <a:ea typeface="Inter" panose="020B0604020202020204" charset="0"/>
                <a:cs typeface="Kanit" panose="020B0604020202020204" charset="-34"/>
              </a:rPr>
              <a:t>afectați</a:t>
            </a:r>
            <a:r>
              <a:rPr lang="en-US" dirty="0">
                <a:latin typeface="Kanit" panose="020B0604020202020204" charset="-34"/>
                <a:ea typeface="Inter" panose="020B0604020202020204" charset="0"/>
                <a:cs typeface="Kanit" panose="020B0604020202020204" charset="-34"/>
              </a:rPr>
              <a:t> de </a:t>
            </a:r>
            <a:r>
              <a:rPr lang="en-US" dirty="0" err="1">
                <a:latin typeface="Kanit" panose="020B0604020202020204" charset="-34"/>
                <a:ea typeface="Inter" panose="020B0604020202020204" charset="0"/>
                <a:cs typeface="Kanit" panose="020B0604020202020204" charset="-34"/>
              </a:rPr>
              <a:t>emoții</a:t>
            </a:r>
            <a:r>
              <a:rPr lang="en-US" dirty="0">
                <a:latin typeface="Kanit" panose="020B0604020202020204" charset="-34"/>
                <a:ea typeface="Inter" panose="020B0604020202020204" charset="0"/>
                <a:cs typeface="Kanit" panose="020B0604020202020204" charset="-34"/>
              </a:rPr>
              <a:t> (Panic Sell, FOMO).</a:t>
            </a:r>
          </a:p>
        </p:txBody>
      </p:sp>
      <p:sp>
        <p:nvSpPr>
          <p:cNvPr id="1076" name="Google Shape;1076;p46"/>
          <p:cNvSpPr txBox="1">
            <a:spLocks noGrp="1"/>
          </p:cNvSpPr>
          <p:nvPr>
            <p:ph type="subTitle" idx="2"/>
          </p:nvPr>
        </p:nvSpPr>
        <p:spPr>
          <a:xfrm>
            <a:off x="3374636" y="2898340"/>
            <a:ext cx="2175300" cy="15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•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Imposibilitatea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analizei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corelațiilor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complexe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(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Acțiune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vs S&amp;P 500)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în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timp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real.</a:t>
            </a:r>
          </a:p>
          <a:p>
            <a:pPr algn="r"/>
            <a:endParaRPr lang="en-US" dirty="0">
              <a:latin typeface="Kanit" panose="020B0604020202020204" charset="-34"/>
              <a:cs typeface="Kanit" panose="020B0604020202020204" charset="-34"/>
            </a:endParaRPr>
          </a:p>
          <a:p>
            <a:pPr algn="r"/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•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Strategiile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pasive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(Buy &amp; Hold)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pierd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bani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în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crize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economice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.</a:t>
            </a:r>
          </a:p>
        </p:txBody>
      </p:sp>
      <p:sp>
        <p:nvSpPr>
          <p:cNvPr id="1077" name="Google Shape;1077;p46"/>
          <p:cNvSpPr txBox="1">
            <a:spLocks noGrp="1"/>
          </p:cNvSpPr>
          <p:nvPr>
            <p:ph type="subTitle" idx="3"/>
          </p:nvPr>
        </p:nvSpPr>
        <p:spPr>
          <a:xfrm>
            <a:off x="5960400" y="2916320"/>
            <a:ext cx="2175300" cy="15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• Un 'Robot de Trading'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automatizat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care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elimină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factorul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uman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.</a:t>
            </a:r>
          </a:p>
          <a:p>
            <a:pPr algn="r"/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•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Decizii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bazate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strict pe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matematică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și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statistică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.</a:t>
            </a:r>
          </a:p>
        </p:txBody>
      </p:sp>
      <p:sp>
        <p:nvSpPr>
          <p:cNvPr id="1078" name="Google Shape;1078;p46"/>
          <p:cNvSpPr txBox="1">
            <a:spLocks noGrp="1"/>
          </p:cNvSpPr>
          <p:nvPr>
            <p:ph type="subTitle" idx="4"/>
          </p:nvPr>
        </p:nvSpPr>
        <p:spPr>
          <a:xfrm>
            <a:off x="872675" y="2242413"/>
            <a:ext cx="21753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nit" panose="020B0604020202020204" charset="-34"/>
                <a:cs typeface="Kanit" panose="020B0604020202020204" charset="-34"/>
              </a:rPr>
              <a:t>Context economic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1079" name="Google Shape;1079;p46"/>
          <p:cNvSpPr txBox="1">
            <a:spLocks noGrp="1"/>
          </p:cNvSpPr>
          <p:nvPr>
            <p:ph type="subTitle" idx="5"/>
          </p:nvPr>
        </p:nvSpPr>
        <p:spPr>
          <a:xfrm>
            <a:off x="3484350" y="2242413"/>
            <a:ext cx="21753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nit" panose="020B0604020202020204" charset="-34"/>
                <a:cs typeface="Kanit" panose="020B0604020202020204" charset="-34"/>
              </a:rPr>
              <a:t>Problema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nit" panose="020B0604020202020204" charset="-34"/>
                <a:cs typeface="Kanit" panose="020B0604020202020204" charset="-34"/>
              </a:rPr>
              <a:t>Identificata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1080" name="Google Shape;1080;p46"/>
          <p:cNvSpPr txBox="1">
            <a:spLocks noGrp="1"/>
          </p:cNvSpPr>
          <p:nvPr>
            <p:ph type="subTitle" idx="6"/>
          </p:nvPr>
        </p:nvSpPr>
        <p:spPr>
          <a:xfrm>
            <a:off x="6096025" y="2242413"/>
            <a:ext cx="21753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nit" panose="020B0604020202020204" charset="-34"/>
                <a:cs typeface="Kanit" panose="020B0604020202020204" charset="-34"/>
              </a:rPr>
              <a:t>Solutia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nit" panose="020B0604020202020204" charset="-34"/>
                <a:cs typeface="Kanit" panose="020B0604020202020204" charset="-34"/>
              </a:rPr>
              <a:t> Propusa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grpSp>
        <p:nvGrpSpPr>
          <p:cNvPr id="10" name="Google Shape;1875;p73">
            <a:extLst>
              <a:ext uri="{FF2B5EF4-FFF2-40B4-BE49-F238E27FC236}">
                <a16:creationId xmlns:a16="http://schemas.microsoft.com/office/drawing/2014/main" id="{E3338AC8-DD8A-B6C3-5BD0-D554FA45F6F6}"/>
              </a:ext>
            </a:extLst>
          </p:cNvPr>
          <p:cNvGrpSpPr/>
          <p:nvPr/>
        </p:nvGrpSpPr>
        <p:grpSpPr>
          <a:xfrm>
            <a:off x="6977123" y="1672963"/>
            <a:ext cx="413029" cy="348230"/>
            <a:chOff x="5601026" y="3822002"/>
            <a:chExt cx="413029" cy="348230"/>
          </a:xfrm>
        </p:grpSpPr>
        <p:sp>
          <p:nvSpPr>
            <p:cNvPr id="11" name="Google Shape;1876;p73">
              <a:extLst>
                <a:ext uri="{FF2B5EF4-FFF2-40B4-BE49-F238E27FC236}">
                  <a16:creationId xmlns:a16="http://schemas.microsoft.com/office/drawing/2014/main" id="{06385DE6-B9F5-4749-D19F-06D75C902D43}"/>
                </a:ext>
              </a:extLst>
            </p:cNvPr>
            <p:cNvSpPr/>
            <p:nvPr/>
          </p:nvSpPr>
          <p:spPr>
            <a:xfrm>
              <a:off x="5763030" y="3862501"/>
              <a:ext cx="89025" cy="64733"/>
            </a:xfrm>
            <a:custGeom>
              <a:avLst/>
              <a:gdLst/>
              <a:ahLst/>
              <a:cxnLst/>
              <a:rect l="l" t="t" r="r" b="b"/>
              <a:pathLst>
                <a:path w="89025" h="64733" extrusionOk="0">
                  <a:moveTo>
                    <a:pt x="80960" y="24300"/>
                  </a:moveTo>
                  <a:lnTo>
                    <a:pt x="23134" y="24300"/>
                  </a:lnTo>
                  <a:lnTo>
                    <a:pt x="30973" y="12542"/>
                  </a:lnTo>
                  <a:cubicBezTo>
                    <a:pt x="33444" y="8834"/>
                    <a:pt x="32442" y="3826"/>
                    <a:pt x="28735" y="1356"/>
                  </a:cubicBezTo>
                  <a:cubicBezTo>
                    <a:pt x="25028" y="-1115"/>
                    <a:pt x="20020" y="-114"/>
                    <a:pt x="17548" y="3593"/>
                  </a:cubicBezTo>
                  <a:cubicBezTo>
                    <a:pt x="13035" y="10362"/>
                    <a:pt x="1424" y="27781"/>
                    <a:pt x="1349" y="27893"/>
                  </a:cubicBezTo>
                  <a:cubicBezTo>
                    <a:pt x="1343" y="27901"/>
                    <a:pt x="1340" y="27910"/>
                    <a:pt x="1334" y="27918"/>
                  </a:cubicBezTo>
                  <a:cubicBezTo>
                    <a:pt x="-336" y="30436"/>
                    <a:pt x="-567" y="33912"/>
                    <a:pt x="1380" y="36890"/>
                  </a:cubicBezTo>
                  <a:lnTo>
                    <a:pt x="17548" y="61141"/>
                  </a:lnTo>
                  <a:cubicBezTo>
                    <a:pt x="20026" y="64858"/>
                    <a:pt x="25038" y="65843"/>
                    <a:pt x="28734" y="63378"/>
                  </a:cubicBezTo>
                  <a:cubicBezTo>
                    <a:pt x="32441" y="60906"/>
                    <a:pt x="33443" y="55898"/>
                    <a:pt x="30971" y="52191"/>
                  </a:cubicBezTo>
                  <a:lnTo>
                    <a:pt x="23133" y="40434"/>
                  </a:lnTo>
                  <a:lnTo>
                    <a:pt x="80958" y="40434"/>
                  </a:lnTo>
                  <a:cubicBezTo>
                    <a:pt x="85414" y="40434"/>
                    <a:pt x="89025" y="36821"/>
                    <a:pt x="89025" y="32367"/>
                  </a:cubicBezTo>
                  <a:cubicBezTo>
                    <a:pt x="89027" y="27913"/>
                    <a:pt x="85414" y="24300"/>
                    <a:pt x="80960" y="24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2" name="Google Shape;1877;p73">
              <a:extLst>
                <a:ext uri="{FF2B5EF4-FFF2-40B4-BE49-F238E27FC236}">
                  <a16:creationId xmlns:a16="http://schemas.microsoft.com/office/drawing/2014/main" id="{EC3DD08A-DDC3-1E6F-7480-A7453580D9A3}"/>
                </a:ext>
              </a:extLst>
            </p:cNvPr>
            <p:cNvSpPr/>
            <p:nvPr/>
          </p:nvSpPr>
          <p:spPr>
            <a:xfrm>
              <a:off x="5763024" y="3951600"/>
              <a:ext cx="89026" cy="64734"/>
            </a:xfrm>
            <a:custGeom>
              <a:avLst/>
              <a:gdLst/>
              <a:ahLst/>
              <a:cxnLst/>
              <a:rect l="l" t="t" r="r" b="b"/>
              <a:pathLst>
                <a:path w="89026" h="64734" extrusionOk="0">
                  <a:moveTo>
                    <a:pt x="71477" y="3593"/>
                  </a:moveTo>
                  <a:cubicBezTo>
                    <a:pt x="69007" y="-114"/>
                    <a:pt x="63998" y="-1116"/>
                    <a:pt x="60291" y="1356"/>
                  </a:cubicBezTo>
                  <a:cubicBezTo>
                    <a:pt x="56584" y="3828"/>
                    <a:pt x="55582" y="8837"/>
                    <a:pt x="58054" y="12543"/>
                  </a:cubicBezTo>
                  <a:lnTo>
                    <a:pt x="65893" y="24301"/>
                  </a:lnTo>
                  <a:lnTo>
                    <a:pt x="8067" y="24301"/>
                  </a:lnTo>
                  <a:cubicBezTo>
                    <a:pt x="3612" y="24301"/>
                    <a:pt x="0" y="27912"/>
                    <a:pt x="0" y="32368"/>
                  </a:cubicBezTo>
                  <a:cubicBezTo>
                    <a:pt x="0" y="36822"/>
                    <a:pt x="3612" y="40435"/>
                    <a:pt x="8067" y="40435"/>
                  </a:cubicBezTo>
                  <a:lnTo>
                    <a:pt x="65893" y="40435"/>
                  </a:lnTo>
                  <a:lnTo>
                    <a:pt x="58054" y="52193"/>
                  </a:lnTo>
                  <a:cubicBezTo>
                    <a:pt x="55582" y="55901"/>
                    <a:pt x="56585" y="60909"/>
                    <a:pt x="60292" y="63379"/>
                  </a:cubicBezTo>
                  <a:cubicBezTo>
                    <a:pt x="63982" y="65840"/>
                    <a:pt x="68996" y="64866"/>
                    <a:pt x="71479" y="61142"/>
                  </a:cubicBezTo>
                  <a:cubicBezTo>
                    <a:pt x="77629" y="51917"/>
                    <a:pt x="81716" y="45786"/>
                    <a:pt x="87678" y="36842"/>
                  </a:cubicBezTo>
                  <a:cubicBezTo>
                    <a:pt x="87684" y="36834"/>
                    <a:pt x="87687" y="36825"/>
                    <a:pt x="87693" y="36817"/>
                  </a:cubicBezTo>
                  <a:cubicBezTo>
                    <a:pt x="89464" y="34147"/>
                    <a:pt x="89478" y="30609"/>
                    <a:pt x="87693" y="27919"/>
                  </a:cubicBezTo>
                  <a:cubicBezTo>
                    <a:pt x="86868" y="26676"/>
                    <a:pt x="71531" y="3673"/>
                    <a:pt x="71477" y="35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3" name="Google Shape;1878;p73">
              <a:extLst>
                <a:ext uri="{FF2B5EF4-FFF2-40B4-BE49-F238E27FC236}">
                  <a16:creationId xmlns:a16="http://schemas.microsoft.com/office/drawing/2014/main" id="{E68DF856-94BE-BE14-2EF5-FAD09DD446CC}"/>
                </a:ext>
              </a:extLst>
            </p:cNvPr>
            <p:cNvSpPr/>
            <p:nvPr/>
          </p:nvSpPr>
          <p:spPr>
            <a:xfrm>
              <a:off x="5900721" y="3943500"/>
              <a:ext cx="48534" cy="39739"/>
            </a:xfrm>
            <a:custGeom>
              <a:avLst/>
              <a:gdLst/>
              <a:ahLst/>
              <a:cxnLst/>
              <a:rect l="l" t="t" r="r" b="b"/>
              <a:pathLst>
                <a:path w="48534" h="39739" extrusionOk="0">
                  <a:moveTo>
                    <a:pt x="17125" y="39727"/>
                  </a:moveTo>
                  <a:cubicBezTo>
                    <a:pt x="17270" y="39735"/>
                    <a:pt x="17414" y="39739"/>
                    <a:pt x="17558" y="39739"/>
                  </a:cubicBezTo>
                  <a:cubicBezTo>
                    <a:pt x="19733" y="39739"/>
                    <a:pt x="21823" y="38860"/>
                    <a:pt x="23346" y="37291"/>
                  </a:cubicBezTo>
                  <a:lnTo>
                    <a:pt x="46256" y="13686"/>
                  </a:lnTo>
                  <a:cubicBezTo>
                    <a:pt x="49360" y="10489"/>
                    <a:pt x="49283" y="5382"/>
                    <a:pt x="46086" y="2279"/>
                  </a:cubicBezTo>
                  <a:cubicBezTo>
                    <a:pt x="42887" y="-825"/>
                    <a:pt x="37781" y="-749"/>
                    <a:pt x="34678" y="2449"/>
                  </a:cubicBezTo>
                  <a:lnTo>
                    <a:pt x="18216" y="19411"/>
                  </a:lnTo>
                  <a:lnTo>
                    <a:pt x="14425" y="14557"/>
                  </a:lnTo>
                  <a:cubicBezTo>
                    <a:pt x="11682" y="11044"/>
                    <a:pt x="6612" y="10422"/>
                    <a:pt x="3101" y="13164"/>
                  </a:cubicBezTo>
                  <a:cubicBezTo>
                    <a:pt x="-410" y="15906"/>
                    <a:pt x="-1032" y="20976"/>
                    <a:pt x="1710" y="24487"/>
                  </a:cubicBezTo>
                  <a:lnTo>
                    <a:pt x="11200" y="36637"/>
                  </a:lnTo>
                  <a:cubicBezTo>
                    <a:pt x="12635" y="38476"/>
                    <a:pt x="14797" y="39602"/>
                    <a:pt x="17125" y="397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4" name="Google Shape;1879;p73">
              <a:extLst>
                <a:ext uri="{FF2B5EF4-FFF2-40B4-BE49-F238E27FC236}">
                  <a16:creationId xmlns:a16="http://schemas.microsoft.com/office/drawing/2014/main" id="{B82E8818-EF33-06FD-9485-EBBE92CB8144}"/>
                </a:ext>
              </a:extLst>
            </p:cNvPr>
            <p:cNvSpPr/>
            <p:nvPr/>
          </p:nvSpPr>
          <p:spPr>
            <a:xfrm>
              <a:off x="5900722" y="3903001"/>
              <a:ext cx="48533" cy="16133"/>
            </a:xfrm>
            <a:custGeom>
              <a:avLst/>
              <a:gdLst/>
              <a:ahLst/>
              <a:cxnLst/>
              <a:rect l="l" t="t" r="r" b="b"/>
              <a:pathLst>
                <a:path w="48533" h="16133" extrusionOk="0">
                  <a:moveTo>
                    <a:pt x="40467" y="0"/>
                  </a:move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cubicBezTo>
                    <a:pt x="0" y="12522"/>
                    <a:pt x="3612" y="16134"/>
                    <a:pt x="8067" y="16134"/>
                  </a:cubicBezTo>
                  <a:lnTo>
                    <a:pt x="40466" y="16134"/>
                  </a:lnTo>
                  <a:cubicBezTo>
                    <a:pt x="44922" y="16134"/>
                    <a:pt x="48533" y="12522"/>
                    <a:pt x="48533" y="8067"/>
                  </a:cubicBezTo>
                  <a:cubicBezTo>
                    <a:pt x="48534" y="3612"/>
                    <a:pt x="44922" y="0"/>
                    <a:pt x="40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5" name="Google Shape;1880;p73">
              <a:extLst>
                <a:ext uri="{FF2B5EF4-FFF2-40B4-BE49-F238E27FC236}">
                  <a16:creationId xmlns:a16="http://schemas.microsoft.com/office/drawing/2014/main" id="{941D25D8-B148-FC56-BED0-4E25C78420D5}"/>
                </a:ext>
              </a:extLst>
            </p:cNvPr>
            <p:cNvSpPr/>
            <p:nvPr/>
          </p:nvSpPr>
          <p:spPr>
            <a:xfrm>
              <a:off x="5900722" y="4008301"/>
              <a:ext cx="48533" cy="16133"/>
            </a:xfrm>
            <a:custGeom>
              <a:avLst/>
              <a:gdLst/>
              <a:ahLst/>
              <a:cxnLst/>
              <a:rect l="l" t="t" r="r" b="b"/>
              <a:pathLst>
                <a:path w="48533" h="16133" extrusionOk="0">
                  <a:moveTo>
                    <a:pt x="40467" y="0"/>
                  </a:move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cubicBezTo>
                    <a:pt x="0" y="12522"/>
                    <a:pt x="3612" y="16134"/>
                    <a:pt x="8067" y="16134"/>
                  </a:cubicBezTo>
                  <a:lnTo>
                    <a:pt x="40466" y="16134"/>
                  </a:lnTo>
                  <a:cubicBezTo>
                    <a:pt x="44922" y="16134"/>
                    <a:pt x="48533" y="12522"/>
                    <a:pt x="48533" y="8067"/>
                  </a:cubicBezTo>
                  <a:cubicBezTo>
                    <a:pt x="48534" y="3612"/>
                    <a:pt x="44922" y="0"/>
                    <a:pt x="40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6" name="Google Shape;1881;p73">
              <a:extLst>
                <a:ext uri="{FF2B5EF4-FFF2-40B4-BE49-F238E27FC236}">
                  <a16:creationId xmlns:a16="http://schemas.microsoft.com/office/drawing/2014/main" id="{8F457308-0B8F-99F3-929E-987B63390380}"/>
                </a:ext>
              </a:extLst>
            </p:cNvPr>
            <p:cNvSpPr/>
            <p:nvPr/>
          </p:nvSpPr>
          <p:spPr>
            <a:xfrm>
              <a:off x="5601026" y="3822002"/>
              <a:ext cx="413029" cy="348230"/>
            </a:xfrm>
            <a:custGeom>
              <a:avLst/>
              <a:gdLst/>
              <a:ahLst/>
              <a:cxnLst/>
              <a:rect l="l" t="t" r="r" b="b"/>
              <a:pathLst>
                <a:path w="413029" h="348230" extrusionOk="0">
                  <a:moveTo>
                    <a:pt x="380662" y="0"/>
                  </a:moveTo>
                  <a:lnTo>
                    <a:pt x="32367" y="0"/>
                  </a:lnTo>
                  <a:cubicBezTo>
                    <a:pt x="14520" y="0"/>
                    <a:pt x="0" y="14520"/>
                    <a:pt x="0" y="32367"/>
                  </a:cubicBezTo>
                  <a:lnTo>
                    <a:pt x="0" y="267264"/>
                  </a:lnTo>
                  <a:cubicBezTo>
                    <a:pt x="0" y="271719"/>
                    <a:pt x="3612" y="275331"/>
                    <a:pt x="8067" y="275331"/>
                  </a:cubicBezTo>
                  <a:lnTo>
                    <a:pt x="152125" y="275331"/>
                  </a:lnTo>
                  <a:lnTo>
                    <a:pt x="147138" y="300266"/>
                  </a:lnTo>
                  <a:cubicBezTo>
                    <a:pt x="128017" y="303480"/>
                    <a:pt x="113399" y="320143"/>
                    <a:pt x="113399" y="340163"/>
                  </a:cubicBezTo>
                  <a:cubicBezTo>
                    <a:pt x="113399" y="344618"/>
                    <a:pt x="117011" y="348230"/>
                    <a:pt x="121466" y="348230"/>
                  </a:cubicBezTo>
                  <a:lnTo>
                    <a:pt x="291580" y="348230"/>
                  </a:lnTo>
                  <a:cubicBezTo>
                    <a:pt x="296259" y="348230"/>
                    <a:pt x="299957" y="344264"/>
                    <a:pt x="299627" y="339589"/>
                  </a:cubicBezTo>
                  <a:cubicBezTo>
                    <a:pt x="299350" y="319825"/>
                    <a:pt x="284829" y="303450"/>
                    <a:pt x="265891" y="300267"/>
                  </a:cubicBezTo>
                  <a:lnTo>
                    <a:pt x="260904" y="275331"/>
                  </a:lnTo>
                  <a:lnTo>
                    <a:pt x="404962" y="275331"/>
                  </a:lnTo>
                  <a:cubicBezTo>
                    <a:pt x="409417" y="275331"/>
                    <a:pt x="413029" y="271719"/>
                    <a:pt x="413029" y="267264"/>
                  </a:cubicBezTo>
                  <a:lnTo>
                    <a:pt x="413029" y="32367"/>
                  </a:lnTo>
                  <a:cubicBezTo>
                    <a:pt x="413029" y="14520"/>
                    <a:pt x="398509" y="0"/>
                    <a:pt x="380662" y="0"/>
                  </a:cubicBezTo>
                  <a:close/>
                  <a:moveTo>
                    <a:pt x="282122" y="332096"/>
                  </a:moveTo>
                  <a:lnTo>
                    <a:pt x="130907" y="332096"/>
                  </a:lnTo>
                  <a:cubicBezTo>
                    <a:pt x="134240" y="322635"/>
                    <a:pt x="143267" y="315837"/>
                    <a:pt x="153852" y="315831"/>
                  </a:cubicBezTo>
                  <a:cubicBezTo>
                    <a:pt x="160724" y="315831"/>
                    <a:pt x="254006" y="315834"/>
                    <a:pt x="259189" y="315831"/>
                  </a:cubicBezTo>
                  <a:cubicBezTo>
                    <a:pt x="269768" y="315843"/>
                    <a:pt x="278790" y="322639"/>
                    <a:pt x="282122" y="332096"/>
                  </a:cubicBezTo>
                  <a:close/>
                  <a:moveTo>
                    <a:pt x="163706" y="299697"/>
                  </a:moveTo>
                  <a:lnTo>
                    <a:pt x="168578" y="275331"/>
                  </a:lnTo>
                  <a:lnTo>
                    <a:pt x="244451" y="275331"/>
                  </a:lnTo>
                  <a:lnTo>
                    <a:pt x="249324" y="299697"/>
                  </a:lnTo>
                  <a:close/>
                  <a:moveTo>
                    <a:pt x="396895" y="259197"/>
                  </a:moveTo>
                  <a:cubicBezTo>
                    <a:pt x="385825" y="259197"/>
                    <a:pt x="25430" y="259197"/>
                    <a:pt x="16134" y="259197"/>
                  </a:cubicBezTo>
                  <a:lnTo>
                    <a:pt x="16134" y="234832"/>
                  </a:lnTo>
                  <a:lnTo>
                    <a:pt x="396895" y="234832"/>
                  </a:lnTo>
                  <a:close/>
                  <a:moveTo>
                    <a:pt x="48533" y="218698"/>
                  </a:moveTo>
                  <a:lnTo>
                    <a:pt x="48533" y="64733"/>
                  </a:lnTo>
                  <a:lnTo>
                    <a:pt x="129598" y="64733"/>
                  </a:lnTo>
                  <a:lnTo>
                    <a:pt x="129598" y="218697"/>
                  </a:lnTo>
                  <a:lnTo>
                    <a:pt x="48533" y="218697"/>
                  </a:lnTo>
                  <a:close/>
                  <a:moveTo>
                    <a:pt x="283431" y="218698"/>
                  </a:moveTo>
                  <a:lnTo>
                    <a:pt x="283431" y="64733"/>
                  </a:lnTo>
                  <a:lnTo>
                    <a:pt x="364496" y="64733"/>
                  </a:lnTo>
                  <a:lnTo>
                    <a:pt x="364496" y="218697"/>
                  </a:lnTo>
                  <a:lnTo>
                    <a:pt x="283431" y="218697"/>
                  </a:lnTo>
                  <a:close/>
                  <a:moveTo>
                    <a:pt x="396895" y="218698"/>
                  </a:moveTo>
                  <a:lnTo>
                    <a:pt x="380630" y="218698"/>
                  </a:lnTo>
                  <a:lnTo>
                    <a:pt x="380630" y="56666"/>
                  </a:lnTo>
                  <a:cubicBezTo>
                    <a:pt x="380630" y="52211"/>
                    <a:pt x="377017" y="48599"/>
                    <a:pt x="372563" y="48599"/>
                  </a:cubicBezTo>
                  <a:lnTo>
                    <a:pt x="275364" y="48599"/>
                  </a:lnTo>
                  <a:cubicBezTo>
                    <a:pt x="270908" y="48599"/>
                    <a:pt x="267297" y="52211"/>
                    <a:pt x="267297" y="56666"/>
                  </a:cubicBezTo>
                  <a:lnTo>
                    <a:pt x="267297" y="218697"/>
                  </a:lnTo>
                  <a:lnTo>
                    <a:pt x="145732" y="218697"/>
                  </a:lnTo>
                  <a:lnTo>
                    <a:pt x="145732" y="56666"/>
                  </a:lnTo>
                  <a:cubicBezTo>
                    <a:pt x="145732" y="52211"/>
                    <a:pt x="142121" y="48599"/>
                    <a:pt x="137665" y="48599"/>
                  </a:cubicBezTo>
                  <a:lnTo>
                    <a:pt x="40466" y="48599"/>
                  </a:lnTo>
                  <a:cubicBezTo>
                    <a:pt x="36011" y="48599"/>
                    <a:pt x="32399" y="52211"/>
                    <a:pt x="32399" y="56666"/>
                  </a:cubicBezTo>
                  <a:lnTo>
                    <a:pt x="32399" y="218697"/>
                  </a:lnTo>
                  <a:lnTo>
                    <a:pt x="16134" y="218697"/>
                  </a:lnTo>
                  <a:lnTo>
                    <a:pt x="16134" y="32367"/>
                  </a:lnTo>
                  <a:cubicBezTo>
                    <a:pt x="16134" y="23416"/>
                    <a:pt x="23416" y="16134"/>
                    <a:pt x="32367" y="16134"/>
                  </a:cubicBezTo>
                  <a:lnTo>
                    <a:pt x="380662" y="16134"/>
                  </a:lnTo>
                  <a:cubicBezTo>
                    <a:pt x="389613" y="16134"/>
                    <a:pt x="396895" y="23416"/>
                    <a:pt x="396895" y="3236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7" name="Google Shape;1882;p73">
              <a:extLst>
                <a:ext uri="{FF2B5EF4-FFF2-40B4-BE49-F238E27FC236}">
                  <a16:creationId xmlns:a16="http://schemas.microsoft.com/office/drawing/2014/main" id="{45065839-0F84-BC04-D4DE-A5CDA241B93B}"/>
                </a:ext>
              </a:extLst>
            </p:cNvPr>
            <p:cNvSpPr/>
            <p:nvPr/>
          </p:nvSpPr>
          <p:spPr>
            <a:xfrm>
              <a:off x="5662125" y="3910793"/>
              <a:ext cx="56892" cy="112938"/>
            </a:xfrm>
            <a:custGeom>
              <a:avLst/>
              <a:gdLst/>
              <a:ahLst/>
              <a:cxnLst/>
              <a:rect l="l" t="t" r="r" b="b"/>
              <a:pathLst>
                <a:path w="56892" h="112938" extrusionOk="0">
                  <a:moveTo>
                    <a:pt x="38922" y="48428"/>
                  </a:moveTo>
                  <a:cubicBezTo>
                    <a:pt x="31927" y="45955"/>
                    <a:pt x="24193" y="42970"/>
                    <a:pt x="19872" y="39582"/>
                  </a:cubicBezTo>
                  <a:cubicBezTo>
                    <a:pt x="18592" y="38578"/>
                    <a:pt x="18045" y="36240"/>
                    <a:pt x="18511" y="33766"/>
                  </a:cubicBezTo>
                  <a:cubicBezTo>
                    <a:pt x="18746" y="32520"/>
                    <a:pt x="19841" y="28355"/>
                    <a:pt x="24084" y="27077"/>
                  </a:cubicBezTo>
                  <a:cubicBezTo>
                    <a:pt x="32158" y="24645"/>
                    <a:pt x="36752" y="28087"/>
                    <a:pt x="37967" y="29199"/>
                  </a:cubicBezTo>
                  <a:cubicBezTo>
                    <a:pt x="37967" y="29200"/>
                    <a:pt x="37977" y="29208"/>
                    <a:pt x="37977" y="29208"/>
                  </a:cubicBezTo>
                  <a:cubicBezTo>
                    <a:pt x="41263" y="32216"/>
                    <a:pt x="46361" y="31986"/>
                    <a:pt x="49370" y="28701"/>
                  </a:cubicBezTo>
                  <a:cubicBezTo>
                    <a:pt x="52378" y="25414"/>
                    <a:pt x="52148" y="20308"/>
                    <a:pt x="48862" y="17300"/>
                  </a:cubicBezTo>
                  <a:cubicBezTo>
                    <a:pt x="47184" y="15764"/>
                    <a:pt x="42780" y="12284"/>
                    <a:pt x="36037" y="10787"/>
                  </a:cubicBezTo>
                  <a:lnTo>
                    <a:pt x="36037" y="8067"/>
                  </a:lnTo>
                  <a:cubicBezTo>
                    <a:pt x="36037" y="3612"/>
                    <a:pt x="32425" y="0"/>
                    <a:pt x="27970" y="0"/>
                  </a:cubicBezTo>
                  <a:cubicBezTo>
                    <a:pt x="23514" y="0"/>
                    <a:pt x="19903" y="3612"/>
                    <a:pt x="19903" y="8067"/>
                  </a:cubicBezTo>
                  <a:lnTo>
                    <a:pt x="19903" y="11497"/>
                  </a:lnTo>
                  <a:cubicBezTo>
                    <a:pt x="978" y="16925"/>
                    <a:pt x="-3408" y="41826"/>
                    <a:pt x="9917" y="52278"/>
                  </a:cubicBezTo>
                  <a:cubicBezTo>
                    <a:pt x="14879" y="56170"/>
                    <a:pt x="21725" y="59461"/>
                    <a:pt x="33546" y="63640"/>
                  </a:cubicBezTo>
                  <a:cubicBezTo>
                    <a:pt x="41176" y="66337"/>
                    <a:pt x="41012" y="72504"/>
                    <a:pt x="40587" y="75029"/>
                  </a:cubicBezTo>
                  <a:cubicBezTo>
                    <a:pt x="39721" y="80183"/>
                    <a:pt x="35386" y="85753"/>
                    <a:pt x="27913" y="85802"/>
                  </a:cubicBezTo>
                  <a:cubicBezTo>
                    <a:pt x="20492" y="85857"/>
                    <a:pt x="18176" y="85485"/>
                    <a:pt x="12484" y="81761"/>
                  </a:cubicBezTo>
                  <a:cubicBezTo>
                    <a:pt x="8757" y="79323"/>
                    <a:pt x="3757" y="80368"/>
                    <a:pt x="1317" y="84096"/>
                  </a:cubicBezTo>
                  <a:cubicBezTo>
                    <a:pt x="-1121" y="87824"/>
                    <a:pt x="-78" y="92823"/>
                    <a:pt x="3651" y="95263"/>
                  </a:cubicBezTo>
                  <a:cubicBezTo>
                    <a:pt x="9818" y="99297"/>
                    <a:pt x="14391" y="100970"/>
                    <a:pt x="19903" y="101599"/>
                  </a:cubicBezTo>
                  <a:lnTo>
                    <a:pt x="19903" y="104871"/>
                  </a:lnTo>
                  <a:cubicBezTo>
                    <a:pt x="19903" y="109327"/>
                    <a:pt x="23514" y="112938"/>
                    <a:pt x="27970" y="112938"/>
                  </a:cubicBezTo>
                  <a:cubicBezTo>
                    <a:pt x="32425" y="112938"/>
                    <a:pt x="36037" y="109327"/>
                    <a:pt x="36037" y="104871"/>
                  </a:cubicBezTo>
                  <a:lnTo>
                    <a:pt x="36037" y="100795"/>
                  </a:lnTo>
                  <a:cubicBezTo>
                    <a:pt x="47503" y="97497"/>
                    <a:pt x="54846" y="87536"/>
                    <a:pt x="56499" y="77705"/>
                  </a:cubicBezTo>
                  <a:cubicBezTo>
                    <a:pt x="58686" y="64682"/>
                    <a:pt x="51624" y="52917"/>
                    <a:pt x="38922" y="484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</p:grpSp>
      <p:grpSp>
        <p:nvGrpSpPr>
          <p:cNvPr id="18" name="Google Shape;1708;p73">
            <a:extLst>
              <a:ext uri="{FF2B5EF4-FFF2-40B4-BE49-F238E27FC236}">
                <a16:creationId xmlns:a16="http://schemas.microsoft.com/office/drawing/2014/main" id="{16376462-5F52-806C-416B-B341EB8AEF2F}"/>
              </a:ext>
            </a:extLst>
          </p:cNvPr>
          <p:cNvGrpSpPr/>
          <p:nvPr/>
        </p:nvGrpSpPr>
        <p:grpSpPr>
          <a:xfrm>
            <a:off x="4429631" y="1660780"/>
            <a:ext cx="356330" cy="413029"/>
            <a:chOff x="5629375" y="2539699"/>
            <a:chExt cx="356330" cy="413029"/>
          </a:xfrm>
        </p:grpSpPr>
        <p:sp>
          <p:nvSpPr>
            <p:cNvPr id="19" name="Google Shape;1709;p73">
              <a:extLst>
                <a:ext uri="{FF2B5EF4-FFF2-40B4-BE49-F238E27FC236}">
                  <a16:creationId xmlns:a16="http://schemas.microsoft.com/office/drawing/2014/main" id="{EA8ABA47-630C-218E-74ED-517D926511AF}"/>
                </a:ext>
              </a:extLst>
            </p:cNvPr>
            <p:cNvSpPr/>
            <p:nvPr/>
          </p:nvSpPr>
          <p:spPr>
            <a:xfrm>
              <a:off x="5669875" y="2758396"/>
              <a:ext cx="72833" cy="16133"/>
            </a:xfrm>
            <a:custGeom>
              <a:avLst/>
              <a:gdLst/>
              <a:ahLst/>
              <a:cxnLst/>
              <a:rect l="l" t="t" r="r" b="b"/>
              <a:pathLst>
                <a:path w="72833" h="16133" extrusionOk="0">
                  <a:moveTo>
                    <a:pt x="8067" y="16134"/>
                  </a:moveTo>
                  <a:lnTo>
                    <a:pt x="64766" y="16134"/>
                  </a:lnTo>
                  <a:cubicBezTo>
                    <a:pt x="69222" y="16134"/>
                    <a:pt x="72833" y="12522"/>
                    <a:pt x="72833" y="8067"/>
                  </a:cubicBezTo>
                  <a:cubicBezTo>
                    <a:pt x="72833" y="3612"/>
                    <a:pt x="69222" y="0"/>
                    <a:pt x="64766" y="0"/>
                  </a:cubicBez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cubicBezTo>
                    <a:pt x="0" y="12522"/>
                    <a:pt x="3612" y="16134"/>
                    <a:pt x="8067" y="161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20" name="Google Shape;1710;p73">
              <a:extLst>
                <a:ext uri="{FF2B5EF4-FFF2-40B4-BE49-F238E27FC236}">
                  <a16:creationId xmlns:a16="http://schemas.microsoft.com/office/drawing/2014/main" id="{9EB8203A-517B-C97F-5D0D-7D6CE2F3C95A}"/>
                </a:ext>
              </a:extLst>
            </p:cNvPr>
            <p:cNvSpPr/>
            <p:nvPr/>
          </p:nvSpPr>
          <p:spPr>
            <a:xfrm>
              <a:off x="5669875" y="2798896"/>
              <a:ext cx="72833" cy="16133"/>
            </a:xfrm>
            <a:custGeom>
              <a:avLst/>
              <a:gdLst/>
              <a:ahLst/>
              <a:cxnLst/>
              <a:rect l="l" t="t" r="r" b="b"/>
              <a:pathLst>
                <a:path w="72833" h="16133" extrusionOk="0">
                  <a:moveTo>
                    <a:pt x="8067" y="16134"/>
                  </a:moveTo>
                  <a:lnTo>
                    <a:pt x="64766" y="16134"/>
                  </a:lnTo>
                  <a:cubicBezTo>
                    <a:pt x="69222" y="16134"/>
                    <a:pt x="72833" y="12522"/>
                    <a:pt x="72833" y="8067"/>
                  </a:cubicBezTo>
                  <a:cubicBezTo>
                    <a:pt x="72833" y="3612"/>
                    <a:pt x="69222" y="0"/>
                    <a:pt x="64766" y="0"/>
                  </a:cubicBez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cubicBezTo>
                    <a:pt x="0" y="12522"/>
                    <a:pt x="3612" y="16134"/>
                    <a:pt x="8067" y="161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21" name="Google Shape;1711;p73">
              <a:extLst>
                <a:ext uri="{FF2B5EF4-FFF2-40B4-BE49-F238E27FC236}">
                  <a16:creationId xmlns:a16="http://schemas.microsoft.com/office/drawing/2014/main" id="{DD7D5A84-83E5-0B77-4A9F-EDE43227AF9C}"/>
                </a:ext>
              </a:extLst>
            </p:cNvPr>
            <p:cNvSpPr/>
            <p:nvPr/>
          </p:nvSpPr>
          <p:spPr>
            <a:xfrm>
              <a:off x="5669875" y="2839395"/>
              <a:ext cx="89032" cy="16133"/>
            </a:xfrm>
            <a:custGeom>
              <a:avLst/>
              <a:gdLst/>
              <a:ahLst/>
              <a:cxnLst/>
              <a:rect l="l" t="t" r="r" b="b"/>
              <a:pathLst>
                <a:path w="89032" h="16133" extrusionOk="0">
                  <a:moveTo>
                    <a:pt x="89033" y="8067"/>
                  </a:moveTo>
                  <a:cubicBezTo>
                    <a:pt x="89033" y="3612"/>
                    <a:pt x="85420" y="0"/>
                    <a:pt x="80966" y="0"/>
                  </a:cubicBez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cubicBezTo>
                    <a:pt x="0" y="12522"/>
                    <a:pt x="3612" y="16134"/>
                    <a:pt x="8067" y="16134"/>
                  </a:cubicBezTo>
                  <a:lnTo>
                    <a:pt x="80966" y="16134"/>
                  </a:lnTo>
                  <a:cubicBezTo>
                    <a:pt x="85420" y="16134"/>
                    <a:pt x="89033" y="12522"/>
                    <a:pt x="89033" y="806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22" name="Google Shape;1712;p73">
              <a:extLst>
                <a:ext uri="{FF2B5EF4-FFF2-40B4-BE49-F238E27FC236}">
                  <a16:creationId xmlns:a16="http://schemas.microsoft.com/office/drawing/2014/main" id="{C2AE8B7C-3540-4D08-D9ED-3BEF39E88D53}"/>
                </a:ext>
              </a:extLst>
            </p:cNvPr>
            <p:cNvSpPr/>
            <p:nvPr/>
          </p:nvSpPr>
          <p:spPr>
            <a:xfrm>
              <a:off x="5823772" y="2758396"/>
              <a:ext cx="40434" cy="40434"/>
            </a:xfrm>
            <a:custGeom>
              <a:avLst/>
              <a:gdLst/>
              <a:ahLst/>
              <a:cxnLst/>
              <a:rect l="l" t="t" r="r" b="b"/>
              <a:pathLst>
                <a:path w="40434" h="40434" extrusionOk="0">
                  <a:moveTo>
                    <a:pt x="32367" y="24300"/>
                  </a:moveTo>
                  <a:lnTo>
                    <a:pt x="16134" y="24300"/>
                  </a:lnTo>
                  <a:lnTo>
                    <a:pt x="16134" y="8067"/>
                  </a:lnTo>
                  <a:cubicBezTo>
                    <a:pt x="16134" y="3612"/>
                    <a:pt x="12522" y="0"/>
                    <a:pt x="8067" y="0"/>
                  </a:cubicBezTo>
                  <a:cubicBezTo>
                    <a:pt x="3612" y="0"/>
                    <a:pt x="0" y="3612"/>
                    <a:pt x="0" y="8067"/>
                  </a:cubicBezTo>
                  <a:lnTo>
                    <a:pt x="0" y="32367"/>
                  </a:lnTo>
                  <a:cubicBezTo>
                    <a:pt x="0" y="36822"/>
                    <a:pt x="3612" y="40434"/>
                    <a:pt x="8067" y="40434"/>
                  </a:cubicBezTo>
                  <a:lnTo>
                    <a:pt x="32367" y="40434"/>
                  </a:lnTo>
                  <a:cubicBezTo>
                    <a:pt x="36823" y="40434"/>
                    <a:pt x="40434" y="36822"/>
                    <a:pt x="40434" y="32367"/>
                  </a:cubicBezTo>
                  <a:cubicBezTo>
                    <a:pt x="40434" y="27912"/>
                    <a:pt x="36823" y="24300"/>
                    <a:pt x="32367" y="24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23" name="Google Shape;1713;p73">
              <a:extLst>
                <a:ext uri="{FF2B5EF4-FFF2-40B4-BE49-F238E27FC236}">
                  <a16:creationId xmlns:a16="http://schemas.microsoft.com/office/drawing/2014/main" id="{1359CD2D-3F34-D238-038A-8EC33369D5B4}"/>
                </a:ext>
              </a:extLst>
            </p:cNvPr>
            <p:cNvSpPr/>
            <p:nvPr/>
          </p:nvSpPr>
          <p:spPr>
            <a:xfrm>
              <a:off x="5888572" y="2758396"/>
              <a:ext cx="40433" cy="40434"/>
            </a:xfrm>
            <a:custGeom>
              <a:avLst/>
              <a:gdLst/>
              <a:ahLst/>
              <a:cxnLst/>
              <a:rect l="l" t="t" r="r" b="b"/>
              <a:pathLst>
                <a:path w="40433" h="40434" extrusionOk="0">
                  <a:moveTo>
                    <a:pt x="32366" y="0"/>
                  </a:moveTo>
                  <a:cubicBezTo>
                    <a:pt x="27912" y="0"/>
                    <a:pt x="24299" y="3612"/>
                    <a:pt x="24299" y="8067"/>
                  </a:cubicBezTo>
                  <a:lnTo>
                    <a:pt x="24299" y="24300"/>
                  </a:lnTo>
                  <a:lnTo>
                    <a:pt x="8067" y="24300"/>
                  </a:lnTo>
                  <a:cubicBezTo>
                    <a:pt x="3612" y="24300"/>
                    <a:pt x="0" y="27912"/>
                    <a:pt x="0" y="32367"/>
                  </a:cubicBezTo>
                  <a:cubicBezTo>
                    <a:pt x="0" y="36822"/>
                    <a:pt x="3612" y="40434"/>
                    <a:pt x="8067" y="40434"/>
                  </a:cubicBezTo>
                  <a:lnTo>
                    <a:pt x="32366" y="40434"/>
                  </a:lnTo>
                  <a:cubicBezTo>
                    <a:pt x="36822" y="40434"/>
                    <a:pt x="40433" y="36822"/>
                    <a:pt x="40433" y="32367"/>
                  </a:cubicBezTo>
                  <a:lnTo>
                    <a:pt x="40433" y="8067"/>
                  </a:lnTo>
                  <a:cubicBezTo>
                    <a:pt x="40433" y="3612"/>
                    <a:pt x="36822" y="0"/>
                    <a:pt x="323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24" name="Google Shape;1714;p73">
              <a:extLst>
                <a:ext uri="{FF2B5EF4-FFF2-40B4-BE49-F238E27FC236}">
                  <a16:creationId xmlns:a16="http://schemas.microsoft.com/office/drawing/2014/main" id="{2AEF24DC-6E02-4168-58B5-68CFB2AFBA1B}"/>
                </a:ext>
              </a:extLst>
            </p:cNvPr>
            <p:cNvSpPr/>
            <p:nvPr/>
          </p:nvSpPr>
          <p:spPr>
            <a:xfrm>
              <a:off x="5823772" y="2693596"/>
              <a:ext cx="40434" cy="40434"/>
            </a:xfrm>
            <a:custGeom>
              <a:avLst/>
              <a:gdLst/>
              <a:ahLst/>
              <a:cxnLst/>
              <a:rect l="l" t="t" r="r" b="b"/>
              <a:pathLst>
                <a:path w="40434" h="40434" extrusionOk="0">
                  <a:moveTo>
                    <a:pt x="32367" y="0"/>
                  </a:move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lnTo>
                    <a:pt x="0" y="32367"/>
                  </a:lnTo>
                  <a:cubicBezTo>
                    <a:pt x="0" y="36822"/>
                    <a:pt x="3612" y="40434"/>
                    <a:pt x="8067" y="40434"/>
                  </a:cubicBezTo>
                  <a:cubicBezTo>
                    <a:pt x="12522" y="40434"/>
                    <a:pt x="16134" y="36822"/>
                    <a:pt x="16134" y="32367"/>
                  </a:cubicBezTo>
                  <a:lnTo>
                    <a:pt x="16134" y="16134"/>
                  </a:lnTo>
                  <a:lnTo>
                    <a:pt x="32367" y="16134"/>
                  </a:lnTo>
                  <a:cubicBezTo>
                    <a:pt x="36823" y="16134"/>
                    <a:pt x="40434" y="12522"/>
                    <a:pt x="40434" y="8067"/>
                  </a:cubicBezTo>
                  <a:cubicBezTo>
                    <a:pt x="40434" y="3612"/>
                    <a:pt x="36823" y="0"/>
                    <a:pt x="323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25" name="Google Shape;1715;p73">
              <a:extLst>
                <a:ext uri="{FF2B5EF4-FFF2-40B4-BE49-F238E27FC236}">
                  <a16:creationId xmlns:a16="http://schemas.microsoft.com/office/drawing/2014/main" id="{BD9E54A6-E2EE-74E2-3ED8-65E4D7160A7E}"/>
                </a:ext>
              </a:extLst>
            </p:cNvPr>
            <p:cNvSpPr/>
            <p:nvPr/>
          </p:nvSpPr>
          <p:spPr>
            <a:xfrm>
              <a:off x="5888572" y="2693596"/>
              <a:ext cx="40433" cy="40434"/>
            </a:xfrm>
            <a:custGeom>
              <a:avLst/>
              <a:gdLst/>
              <a:ahLst/>
              <a:cxnLst/>
              <a:rect l="l" t="t" r="r" b="b"/>
              <a:pathLst>
                <a:path w="40433" h="40434" extrusionOk="0">
                  <a:moveTo>
                    <a:pt x="32366" y="0"/>
                  </a:move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cubicBezTo>
                    <a:pt x="0" y="12522"/>
                    <a:pt x="3612" y="16134"/>
                    <a:pt x="8067" y="16134"/>
                  </a:cubicBezTo>
                  <a:lnTo>
                    <a:pt x="24299" y="16134"/>
                  </a:lnTo>
                  <a:lnTo>
                    <a:pt x="24299" y="32367"/>
                  </a:lnTo>
                  <a:cubicBezTo>
                    <a:pt x="24299" y="36822"/>
                    <a:pt x="27912" y="40434"/>
                    <a:pt x="32366" y="40434"/>
                  </a:cubicBezTo>
                  <a:cubicBezTo>
                    <a:pt x="36822" y="40434"/>
                    <a:pt x="40433" y="36822"/>
                    <a:pt x="40433" y="32367"/>
                  </a:cubicBezTo>
                  <a:lnTo>
                    <a:pt x="40433" y="8067"/>
                  </a:lnTo>
                  <a:cubicBezTo>
                    <a:pt x="40433" y="3612"/>
                    <a:pt x="36822" y="0"/>
                    <a:pt x="323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26" name="Google Shape;1716;p73">
              <a:extLst>
                <a:ext uri="{FF2B5EF4-FFF2-40B4-BE49-F238E27FC236}">
                  <a16:creationId xmlns:a16="http://schemas.microsoft.com/office/drawing/2014/main" id="{E29B1F00-B34E-0901-E668-D313A3F97743}"/>
                </a:ext>
              </a:extLst>
            </p:cNvPr>
            <p:cNvSpPr/>
            <p:nvPr/>
          </p:nvSpPr>
          <p:spPr>
            <a:xfrm>
              <a:off x="5718474" y="2896094"/>
              <a:ext cx="72833" cy="16133"/>
            </a:xfrm>
            <a:custGeom>
              <a:avLst/>
              <a:gdLst/>
              <a:ahLst/>
              <a:cxnLst/>
              <a:rect l="l" t="t" r="r" b="b"/>
              <a:pathLst>
                <a:path w="72833" h="16133" extrusionOk="0">
                  <a:moveTo>
                    <a:pt x="64767" y="0"/>
                  </a:move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cubicBezTo>
                    <a:pt x="0" y="12522"/>
                    <a:pt x="3612" y="16134"/>
                    <a:pt x="8067" y="16134"/>
                  </a:cubicBezTo>
                  <a:lnTo>
                    <a:pt x="64767" y="16134"/>
                  </a:lnTo>
                  <a:cubicBezTo>
                    <a:pt x="69222" y="16134"/>
                    <a:pt x="72833" y="12522"/>
                    <a:pt x="72833" y="8067"/>
                  </a:cubicBezTo>
                  <a:cubicBezTo>
                    <a:pt x="72833" y="3612"/>
                    <a:pt x="69221" y="0"/>
                    <a:pt x="647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27" name="Google Shape;1717;p73">
              <a:extLst>
                <a:ext uri="{FF2B5EF4-FFF2-40B4-BE49-F238E27FC236}">
                  <a16:creationId xmlns:a16="http://schemas.microsoft.com/office/drawing/2014/main" id="{D496C53C-BE7F-EC03-9B42-42755169B079}"/>
                </a:ext>
              </a:extLst>
            </p:cNvPr>
            <p:cNvSpPr/>
            <p:nvPr/>
          </p:nvSpPr>
          <p:spPr>
            <a:xfrm>
              <a:off x="5702274" y="2580195"/>
              <a:ext cx="16133" cy="16133"/>
            </a:xfrm>
            <a:custGeom>
              <a:avLst/>
              <a:gdLst/>
              <a:ahLst/>
              <a:cxnLst/>
              <a:rect l="l" t="t" r="r" b="b"/>
              <a:pathLst>
                <a:path w="16133" h="16133" extrusionOk="0">
                  <a:moveTo>
                    <a:pt x="8067" y="16134"/>
                  </a:moveTo>
                  <a:cubicBezTo>
                    <a:pt x="12455" y="16134"/>
                    <a:pt x="16134" y="12467"/>
                    <a:pt x="16134" y="8075"/>
                  </a:cubicBezTo>
                  <a:cubicBezTo>
                    <a:pt x="16134" y="3685"/>
                    <a:pt x="12459" y="0"/>
                    <a:pt x="8067" y="0"/>
                  </a:cubicBezTo>
                  <a:cubicBezTo>
                    <a:pt x="3675" y="0"/>
                    <a:pt x="0" y="3684"/>
                    <a:pt x="0" y="8075"/>
                  </a:cubicBezTo>
                  <a:cubicBezTo>
                    <a:pt x="0" y="12467"/>
                    <a:pt x="3679" y="16134"/>
                    <a:pt x="8067" y="161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28" name="Google Shape;1718;p73">
              <a:extLst>
                <a:ext uri="{FF2B5EF4-FFF2-40B4-BE49-F238E27FC236}">
                  <a16:creationId xmlns:a16="http://schemas.microsoft.com/office/drawing/2014/main" id="{D10E3CEB-1926-060F-C516-FADA8FCDAFAE}"/>
                </a:ext>
              </a:extLst>
            </p:cNvPr>
            <p:cNvSpPr/>
            <p:nvPr/>
          </p:nvSpPr>
          <p:spPr>
            <a:xfrm>
              <a:off x="5734674" y="2580198"/>
              <a:ext cx="72832" cy="16133"/>
            </a:xfrm>
            <a:custGeom>
              <a:avLst/>
              <a:gdLst/>
              <a:ahLst/>
              <a:cxnLst/>
              <a:rect l="l" t="t" r="r" b="b"/>
              <a:pathLst>
                <a:path w="72832" h="16133" extrusionOk="0">
                  <a:moveTo>
                    <a:pt x="8067" y="16134"/>
                  </a:moveTo>
                  <a:lnTo>
                    <a:pt x="64766" y="16134"/>
                  </a:lnTo>
                  <a:cubicBezTo>
                    <a:pt x="69220" y="16134"/>
                    <a:pt x="72833" y="12522"/>
                    <a:pt x="72833" y="8067"/>
                  </a:cubicBezTo>
                  <a:cubicBezTo>
                    <a:pt x="72833" y="3612"/>
                    <a:pt x="69220" y="0"/>
                    <a:pt x="64766" y="0"/>
                  </a:cubicBez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cubicBezTo>
                    <a:pt x="0" y="12522"/>
                    <a:pt x="3612" y="16134"/>
                    <a:pt x="8067" y="161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29" name="Google Shape;1719;p73">
              <a:extLst>
                <a:ext uri="{FF2B5EF4-FFF2-40B4-BE49-F238E27FC236}">
                  <a16:creationId xmlns:a16="http://schemas.microsoft.com/office/drawing/2014/main" id="{11C0B312-B8BF-9077-BA3B-B71A4E8C6F98}"/>
                </a:ext>
              </a:extLst>
            </p:cNvPr>
            <p:cNvSpPr/>
            <p:nvPr/>
          </p:nvSpPr>
          <p:spPr>
            <a:xfrm>
              <a:off x="5629375" y="2539699"/>
              <a:ext cx="356330" cy="413029"/>
            </a:xfrm>
            <a:custGeom>
              <a:avLst/>
              <a:gdLst/>
              <a:ahLst/>
              <a:cxnLst/>
              <a:rect l="l" t="t" r="r" b="b"/>
              <a:pathLst>
                <a:path w="356330" h="413029" extrusionOk="0">
                  <a:moveTo>
                    <a:pt x="251030" y="97281"/>
                  </a:moveTo>
                  <a:lnTo>
                    <a:pt x="251030" y="52212"/>
                  </a:lnTo>
                  <a:cubicBezTo>
                    <a:pt x="251030" y="23422"/>
                    <a:pt x="227609" y="0"/>
                    <a:pt x="198819" y="0"/>
                  </a:cubicBezTo>
                  <a:lnTo>
                    <a:pt x="52211" y="0"/>
                  </a:lnTo>
                  <a:cubicBezTo>
                    <a:pt x="23422" y="0"/>
                    <a:pt x="0" y="23422"/>
                    <a:pt x="0" y="52212"/>
                  </a:cubicBezTo>
                  <a:lnTo>
                    <a:pt x="0" y="360818"/>
                  </a:lnTo>
                  <a:cubicBezTo>
                    <a:pt x="0" y="389607"/>
                    <a:pt x="23422" y="413030"/>
                    <a:pt x="52212" y="413030"/>
                  </a:cubicBezTo>
                  <a:lnTo>
                    <a:pt x="198820" y="413030"/>
                  </a:lnTo>
                  <a:cubicBezTo>
                    <a:pt x="227610" y="413030"/>
                    <a:pt x="251031" y="389608"/>
                    <a:pt x="251031" y="360818"/>
                  </a:cubicBezTo>
                  <a:lnTo>
                    <a:pt x="251031" y="315749"/>
                  </a:lnTo>
                  <a:cubicBezTo>
                    <a:pt x="309454" y="313627"/>
                    <a:pt x="356330" y="265447"/>
                    <a:pt x="356330" y="206515"/>
                  </a:cubicBezTo>
                  <a:cubicBezTo>
                    <a:pt x="356330" y="147584"/>
                    <a:pt x="309453" y="99403"/>
                    <a:pt x="251030" y="97281"/>
                  </a:cubicBezTo>
                  <a:close/>
                  <a:moveTo>
                    <a:pt x="234897" y="360817"/>
                  </a:moveTo>
                  <a:cubicBezTo>
                    <a:pt x="234897" y="380710"/>
                    <a:pt x="218713" y="396895"/>
                    <a:pt x="198819" y="396895"/>
                  </a:cubicBezTo>
                  <a:lnTo>
                    <a:pt x="52211" y="396895"/>
                  </a:lnTo>
                  <a:cubicBezTo>
                    <a:pt x="32318" y="396895"/>
                    <a:pt x="16133" y="380711"/>
                    <a:pt x="16133" y="360817"/>
                  </a:cubicBezTo>
                  <a:lnTo>
                    <a:pt x="16133" y="52212"/>
                  </a:lnTo>
                  <a:cubicBezTo>
                    <a:pt x="16134" y="32318"/>
                    <a:pt x="32318" y="16134"/>
                    <a:pt x="52211" y="16134"/>
                  </a:cubicBezTo>
                  <a:lnTo>
                    <a:pt x="198819" y="16134"/>
                  </a:lnTo>
                  <a:cubicBezTo>
                    <a:pt x="218712" y="16134"/>
                    <a:pt x="234897" y="32318"/>
                    <a:pt x="234897" y="52212"/>
                  </a:cubicBezTo>
                  <a:lnTo>
                    <a:pt x="234897" y="97199"/>
                  </a:lnTo>
                  <a:lnTo>
                    <a:pt x="48566" y="97199"/>
                  </a:lnTo>
                  <a:cubicBezTo>
                    <a:pt x="44112" y="97199"/>
                    <a:pt x="40499" y="100811"/>
                    <a:pt x="40499" y="105266"/>
                  </a:cubicBezTo>
                  <a:lnTo>
                    <a:pt x="40499" y="186265"/>
                  </a:lnTo>
                  <a:cubicBezTo>
                    <a:pt x="40499" y="190719"/>
                    <a:pt x="44112" y="194332"/>
                    <a:pt x="48566" y="194332"/>
                  </a:cubicBezTo>
                  <a:lnTo>
                    <a:pt x="138377" y="194332"/>
                  </a:lnTo>
                  <a:cubicBezTo>
                    <a:pt x="131596" y="255471"/>
                    <a:pt x="175976" y="308691"/>
                    <a:pt x="234897" y="315165"/>
                  </a:cubicBezTo>
                  <a:close/>
                  <a:moveTo>
                    <a:pt x="189804" y="113333"/>
                  </a:moveTo>
                  <a:cubicBezTo>
                    <a:pt x="166439" y="127722"/>
                    <a:pt x="148717" y="150766"/>
                    <a:pt x="141397" y="178198"/>
                  </a:cubicBezTo>
                  <a:lnTo>
                    <a:pt x="56633" y="178198"/>
                  </a:lnTo>
                  <a:lnTo>
                    <a:pt x="56633" y="113333"/>
                  </a:lnTo>
                  <a:close/>
                  <a:moveTo>
                    <a:pt x="247014" y="299696"/>
                  </a:moveTo>
                  <a:cubicBezTo>
                    <a:pt x="195332" y="299696"/>
                    <a:pt x="153832" y="258205"/>
                    <a:pt x="153832" y="206515"/>
                  </a:cubicBezTo>
                  <a:cubicBezTo>
                    <a:pt x="153832" y="154791"/>
                    <a:pt x="195385" y="113333"/>
                    <a:pt x="247014" y="113333"/>
                  </a:cubicBezTo>
                  <a:cubicBezTo>
                    <a:pt x="298394" y="113333"/>
                    <a:pt x="340196" y="155134"/>
                    <a:pt x="340196" y="206515"/>
                  </a:cubicBezTo>
                  <a:cubicBezTo>
                    <a:pt x="340196" y="257895"/>
                    <a:pt x="298394" y="299696"/>
                    <a:pt x="247014" y="29969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</p:grpSp>
      <p:grpSp>
        <p:nvGrpSpPr>
          <p:cNvPr id="30" name="Google Shape;1819;p73">
            <a:extLst>
              <a:ext uri="{FF2B5EF4-FFF2-40B4-BE49-F238E27FC236}">
                <a16:creationId xmlns:a16="http://schemas.microsoft.com/office/drawing/2014/main" id="{D9277603-0970-3CBB-E082-48C0FB6C0C57}"/>
              </a:ext>
            </a:extLst>
          </p:cNvPr>
          <p:cNvGrpSpPr/>
          <p:nvPr/>
        </p:nvGrpSpPr>
        <p:grpSpPr>
          <a:xfrm>
            <a:off x="1765968" y="1660780"/>
            <a:ext cx="388728" cy="413029"/>
            <a:chOff x="8358674" y="3164651"/>
            <a:chExt cx="388728" cy="413029"/>
          </a:xfrm>
        </p:grpSpPr>
        <p:sp>
          <p:nvSpPr>
            <p:cNvPr id="31" name="Google Shape;1820;p73">
              <a:extLst>
                <a:ext uri="{FF2B5EF4-FFF2-40B4-BE49-F238E27FC236}">
                  <a16:creationId xmlns:a16="http://schemas.microsoft.com/office/drawing/2014/main" id="{8297701D-1A46-EDBE-F0B8-280FB3776E55}"/>
                </a:ext>
              </a:extLst>
            </p:cNvPr>
            <p:cNvSpPr/>
            <p:nvPr/>
          </p:nvSpPr>
          <p:spPr>
            <a:xfrm>
              <a:off x="8358674" y="3164651"/>
              <a:ext cx="388728" cy="413029"/>
            </a:xfrm>
            <a:custGeom>
              <a:avLst/>
              <a:gdLst/>
              <a:ahLst/>
              <a:cxnLst/>
              <a:rect l="l" t="t" r="r" b="b"/>
              <a:pathLst>
                <a:path w="388728" h="413029" extrusionOk="0">
                  <a:moveTo>
                    <a:pt x="380662" y="0"/>
                  </a:move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lnTo>
                    <a:pt x="0" y="404962"/>
                  </a:lnTo>
                  <a:cubicBezTo>
                    <a:pt x="0" y="409417"/>
                    <a:pt x="3612" y="413029"/>
                    <a:pt x="8067" y="413029"/>
                  </a:cubicBezTo>
                  <a:lnTo>
                    <a:pt x="380662" y="413029"/>
                  </a:lnTo>
                  <a:cubicBezTo>
                    <a:pt x="385116" y="413029"/>
                    <a:pt x="388729" y="409417"/>
                    <a:pt x="388729" y="404962"/>
                  </a:cubicBezTo>
                  <a:lnTo>
                    <a:pt x="388729" y="8067"/>
                  </a:lnTo>
                  <a:cubicBezTo>
                    <a:pt x="388729" y="3612"/>
                    <a:pt x="385116" y="0"/>
                    <a:pt x="380662" y="0"/>
                  </a:cubicBezTo>
                  <a:close/>
                  <a:moveTo>
                    <a:pt x="372595" y="396895"/>
                  </a:moveTo>
                  <a:lnTo>
                    <a:pt x="16134" y="396895"/>
                  </a:lnTo>
                  <a:lnTo>
                    <a:pt x="16134" y="202432"/>
                  </a:lnTo>
                  <a:lnTo>
                    <a:pt x="372595" y="202432"/>
                  </a:lnTo>
                  <a:close/>
                  <a:moveTo>
                    <a:pt x="372595" y="186298"/>
                  </a:moveTo>
                  <a:lnTo>
                    <a:pt x="16134" y="186298"/>
                  </a:lnTo>
                  <a:lnTo>
                    <a:pt x="16134" y="16134"/>
                  </a:lnTo>
                  <a:lnTo>
                    <a:pt x="372595" y="161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32" name="Google Shape;1821;p73">
              <a:extLst>
                <a:ext uri="{FF2B5EF4-FFF2-40B4-BE49-F238E27FC236}">
                  <a16:creationId xmlns:a16="http://schemas.microsoft.com/office/drawing/2014/main" id="{6B0B8715-44D9-698C-BDA7-8103C2EA9DD9}"/>
                </a:ext>
              </a:extLst>
            </p:cNvPr>
            <p:cNvSpPr/>
            <p:nvPr/>
          </p:nvSpPr>
          <p:spPr>
            <a:xfrm>
              <a:off x="8391073" y="3197050"/>
              <a:ext cx="323930" cy="137632"/>
            </a:xfrm>
            <a:custGeom>
              <a:avLst/>
              <a:gdLst/>
              <a:ahLst/>
              <a:cxnLst/>
              <a:rect l="l" t="t" r="r" b="b"/>
              <a:pathLst>
                <a:path w="323930" h="137632" extrusionOk="0">
                  <a:moveTo>
                    <a:pt x="8067" y="137632"/>
                  </a:moveTo>
                  <a:lnTo>
                    <a:pt x="315863" y="137632"/>
                  </a:lnTo>
                  <a:cubicBezTo>
                    <a:pt x="320319" y="137632"/>
                    <a:pt x="323930" y="134020"/>
                    <a:pt x="323930" y="129565"/>
                  </a:cubicBezTo>
                  <a:lnTo>
                    <a:pt x="323930" y="8067"/>
                  </a:lnTo>
                  <a:cubicBezTo>
                    <a:pt x="323930" y="3612"/>
                    <a:pt x="320319" y="0"/>
                    <a:pt x="315863" y="0"/>
                  </a:cubicBez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lnTo>
                    <a:pt x="0" y="129565"/>
                  </a:lnTo>
                  <a:cubicBezTo>
                    <a:pt x="0" y="134021"/>
                    <a:pt x="3612" y="137632"/>
                    <a:pt x="8067" y="137632"/>
                  </a:cubicBezTo>
                  <a:close/>
                  <a:moveTo>
                    <a:pt x="16134" y="16134"/>
                  </a:moveTo>
                  <a:lnTo>
                    <a:pt x="307796" y="16134"/>
                  </a:lnTo>
                  <a:lnTo>
                    <a:pt x="307796" y="121498"/>
                  </a:lnTo>
                  <a:lnTo>
                    <a:pt x="16134" y="12149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33" name="Google Shape;1822;p73">
              <a:extLst>
                <a:ext uri="{FF2B5EF4-FFF2-40B4-BE49-F238E27FC236}">
                  <a16:creationId xmlns:a16="http://schemas.microsoft.com/office/drawing/2014/main" id="{3715B448-44F6-434A-D96E-3FD2D999A0BC}"/>
                </a:ext>
              </a:extLst>
            </p:cNvPr>
            <p:cNvSpPr/>
            <p:nvPr/>
          </p:nvSpPr>
          <p:spPr>
            <a:xfrm>
              <a:off x="8601671" y="3496747"/>
              <a:ext cx="48533" cy="48533"/>
            </a:xfrm>
            <a:custGeom>
              <a:avLst/>
              <a:gdLst/>
              <a:ahLst/>
              <a:cxnLst/>
              <a:rect l="l" t="t" r="r" b="b"/>
              <a:pathLst>
                <a:path w="48533" h="48533" extrusionOk="0">
                  <a:moveTo>
                    <a:pt x="8067" y="48533"/>
                  </a:moveTo>
                  <a:lnTo>
                    <a:pt x="40466" y="48533"/>
                  </a:lnTo>
                  <a:cubicBezTo>
                    <a:pt x="44922" y="48533"/>
                    <a:pt x="48533" y="44921"/>
                    <a:pt x="48533" y="40466"/>
                  </a:cubicBezTo>
                  <a:lnTo>
                    <a:pt x="48533" y="8067"/>
                  </a:lnTo>
                  <a:cubicBezTo>
                    <a:pt x="48533" y="3612"/>
                    <a:pt x="44922" y="0"/>
                    <a:pt x="40466" y="0"/>
                  </a:cubicBez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lnTo>
                    <a:pt x="0" y="40466"/>
                  </a:lnTo>
                  <a:cubicBezTo>
                    <a:pt x="0" y="44921"/>
                    <a:pt x="3612" y="48533"/>
                    <a:pt x="8067" y="48533"/>
                  </a:cubicBezTo>
                  <a:close/>
                  <a:moveTo>
                    <a:pt x="16134" y="16134"/>
                  </a:moveTo>
                  <a:lnTo>
                    <a:pt x="32399" y="16134"/>
                  </a:lnTo>
                  <a:lnTo>
                    <a:pt x="32399" y="32399"/>
                  </a:lnTo>
                  <a:lnTo>
                    <a:pt x="16134" y="3239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34" name="Google Shape;1823;p73">
              <a:extLst>
                <a:ext uri="{FF2B5EF4-FFF2-40B4-BE49-F238E27FC236}">
                  <a16:creationId xmlns:a16="http://schemas.microsoft.com/office/drawing/2014/main" id="{7066E5D5-653B-AEF1-18B1-90AF75FDC02E}"/>
                </a:ext>
              </a:extLst>
            </p:cNvPr>
            <p:cNvSpPr/>
            <p:nvPr/>
          </p:nvSpPr>
          <p:spPr>
            <a:xfrm>
              <a:off x="8666469" y="3496747"/>
              <a:ext cx="48533" cy="48533"/>
            </a:xfrm>
            <a:custGeom>
              <a:avLst/>
              <a:gdLst/>
              <a:ahLst/>
              <a:cxnLst/>
              <a:rect l="l" t="t" r="r" b="b"/>
              <a:pathLst>
                <a:path w="48533" h="48533" extrusionOk="0">
                  <a:moveTo>
                    <a:pt x="40466" y="0"/>
                  </a:move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lnTo>
                    <a:pt x="0" y="40466"/>
                  </a:lnTo>
                  <a:cubicBezTo>
                    <a:pt x="0" y="44921"/>
                    <a:pt x="3612" y="48533"/>
                    <a:pt x="8067" y="48533"/>
                  </a:cubicBezTo>
                  <a:lnTo>
                    <a:pt x="40466" y="48533"/>
                  </a:lnTo>
                  <a:cubicBezTo>
                    <a:pt x="44922" y="48533"/>
                    <a:pt x="48533" y="44921"/>
                    <a:pt x="48533" y="40466"/>
                  </a:cubicBezTo>
                  <a:lnTo>
                    <a:pt x="48533" y="8067"/>
                  </a:lnTo>
                  <a:cubicBezTo>
                    <a:pt x="48533" y="3612"/>
                    <a:pt x="44922" y="0"/>
                    <a:pt x="40466" y="0"/>
                  </a:cubicBezTo>
                  <a:close/>
                  <a:moveTo>
                    <a:pt x="32399" y="32399"/>
                  </a:moveTo>
                  <a:lnTo>
                    <a:pt x="16134" y="32399"/>
                  </a:lnTo>
                  <a:lnTo>
                    <a:pt x="16134" y="16134"/>
                  </a:lnTo>
                  <a:lnTo>
                    <a:pt x="32399" y="161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35" name="Google Shape;1824;p73">
              <a:extLst>
                <a:ext uri="{FF2B5EF4-FFF2-40B4-BE49-F238E27FC236}">
                  <a16:creationId xmlns:a16="http://schemas.microsoft.com/office/drawing/2014/main" id="{4A3302DC-3475-7D1D-3E9A-1DB127CAE257}"/>
                </a:ext>
              </a:extLst>
            </p:cNvPr>
            <p:cNvSpPr/>
            <p:nvPr/>
          </p:nvSpPr>
          <p:spPr>
            <a:xfrm>
              <a:off x="8601671" y="3431947"/>
              <a:ext cx="48533" cy="48533"/>
            </a:xfrm>
            <a:custGeom>
              <a:avLst/>
              <a:gdLst/>
              <a:ahLst/>
              <a:cxnLst/>
              <a:rect l="l" t="t" r="r" b="b"/>
              <a:pathLst>
                <a:path w="48533" h="48533" extrusionOk="0">
                  <a:moveTo>
                    <a:pt x="8067" y="48533"/>
                  </a:moveTo>
                  <a:lnTo>
                    <a:pt x="40466" y="48533"/>
                  </a:lnTo>
                  <a:cubicBezTo>
                    <a:pt x="44922" y="48533"/>
                    <a:pt x="48533" y="44921"/>
                    <a:pt x="48533" y="40466"/>
                  </a:cubicBezTo>
                  <a:lnTo>
                    <a:pt x="48533" y="8067"/>
                  </a:lnTo>
                  <a:cubicBezTo>
                    <a:pt x="48533" y="3612"/>
                    <a:pt x="44922" y="0"/>
                    <a:pt x="40466" y="0"/>
                  </a:cubicBez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lnTo>
                    <a:pt x="0" y="40466"/>
                  </a:lnTo>
                  <a:cubicBezTo>
                    <a:pt x="0" y="44921"/>
                    <a:pt x="3612" y="48533"/>
                    <a:pt x="8067" y="48533"/>
                  </a:cubicBezTo>
                  <a:close/>
                  <a:moveTo>
                    <a:pt x="16134" y="16134"/>
                  </a:moveTo>
                  <a:lnTo>
                    <a:pt x="32399" y="16134"/>
                  </a:lnTo>
                  <a:lnTo>
                    <a:pt x="32399" y="32399"/>
                  </a:lnTo>
                  <a:lnTo>
                    <a:pt x="16134" y="3239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36" name="Google Shape;1825;p73">
              <a:extLst>
                <a:ext uri="{FF2B5EF4-FFF2-40B4-BE49-F238E27FC236}">
                  <a16:creationId xmlns:a16="http://schemas.microsoft.com/office/drawing/2014/main" id="{410E02BF-73E4-497B-967B-44F9150EBF70}"/>
                </a:ext>
              </a:extLst>
            </p:cNvPr>
            <p:cNvSpPr/>
            <p:nvPr/>
          </p:nvSpPr>
          <p:spPr>
            <a:xfrm>
              <a:off x="8666469" y="3431947"/>
              <a:ext cx="48533" cy="48533"/>
            </a:xfrm>
            <a:custGeom>
              <a:avLst/>
              <a:gdLst/>
              <a:ahLst/>
              <a:cxnLst/>
              <a:rect l="l" t="t" r="r" b="b"/>
              <a:pathLst>
                <a:path w="48533" h="48533" extrusionOk="0">
                  <a:moveTo>
                    <a:pt x="40466" y="0"/>
                  </a:move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lnTo>
                    <a:pt x="0" y="40466"/>
                  </a:lnTo>
                  <a:cubicBezTo>
                    <a:pt x="0" y="44921"/>
                    <a:pt x="3612" y="48533"/>
                    <a:pt x="8067" y="48533"/>
                  </a:cubicBezTo>
                  <a:lnTo>
                    <a:pt x="40466" y="48533"/>
                  </a:lnTo>
                  <a:cubicBezTo>
                    <a:pt x="44922" y="48533"/>
                    <a:pt x="48533" y="44921"/>
                    <a:pt x="48533" y="40466"/>
                  </a:cubicBezTo>
                  <a:lnTo>
                    <a:pt x="48533" y="8067"/>
                  </a:lnTo>
                  <a:cubicBezTo>
                    <a:pt x="48533" y="3612"/>
                    <a:pt x="44922" y="0"/>
                    <a:pt x="40466" y="0"/>
                  </a:cubicBezTo>
                  <a:close/>
                  <a:moveTo>
                    <a:pt x="32399" y="32399"/>
                  </a:moveTo>
                  <a:lnTo>
                    <a:pt x="16134" y="32399"/>
                  </a:lnTo>
                  <a:lnTo>
                    <a:pt x="16134" y="16134"/>
                  </a:lnTo>
                  <a:lnTo>
                    <a:pt x="32399" y="161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37" name="Google Shape;1826;p73">
              <a:extLst>
                <a:ext uri="{FF2B5EF4-FFF2-40B4-BE49-F238E27FC236}">
                  <a16:creationId xmlns:a16="http://schemas.microsoft.com/office/drawing/2014/main" id="{CB4880EA-FF82-A953-46E4-C42A1A37619E}"/>
                </a:ext>
              </a:extLst>
            </p:cNvPr>
            <p:cNvSpPr/>
            <p:nvPr/>
          </p:nvSpPr>
          <p:spPr>
            <a:xfrm>
              <a:off x="8391073" y="3383348"/>
              <a:ext cx="194330" cy="161932"/>
            </a:xfrm>
            <a:custGeom>
              <a:avLst/>
              <a:gdLst/>
              <a:ahLst/>
              <a:cxnLst/>
              <a:rect l="l" t="t" r="r" b="b"/>
              <a:pathLst>
                <a:path w="194330" h="161932" extrusionOk="0">
                  <a:moveTo>
                    <a:pt x="32366" y="64733"/>
                  </a:moveTo>
                  <a:lnTo>
                    <a:pt x="40499" y="64733"/>
                  </a:lnTo>
                  <a:lnTo>
                    <a:pt x="40499" y="153865"/>
                  </a:lnTo>
                  <a:cubicBezTo>
                    <a:pt x="40499" y="158320"/>
                    <a:pt x="44112" y="161932"/>
                    <a:pt x="48566" y="161932"/>
                  </a:cubicBezTo>
                  <a:lnTo>
                    <a:pt x="145765" y="161932"/>
                  </a:lnTo>
                  <a:cubicBezTo>
                    <a:pt x="150219" y="161932"/>
                    <a:pt x="153832" y="158320"/>
                    <a:pt x="153832" y="153865"/>
                  </a:cubicBezTo>
                  <a:lnTo>
                    <a:pt x="153832" y="64733"/>
                  </a:lnTo>
                  <a:lnTo>
                    <a:pt x="161965" y="64733"/>
                  </a:lnTo>
                  <a:cubicBezTo>
                    <a:pt x="179848" y="64733"/>
                    <a:pt x="194331" y="50249"/>
                    <a:pt x="194331" y="32367"/>
                  </a:cubicBezTo>
                  <a:cubicBezTo>
                    <a:pt x="194331" y="14520"/>
                    <a:pt x="179811" y="0"/>
                    <a:pt x="161965" y="0"/>
                  </a:cubicBezTo>
                  <a:lnTo>
                    <a:pt x="32366" y="0"/>
                  </a:lnTo>
                  <a:cubicBezTo>
                    <a:pt x="14486" y="0"/>
                    <a:pt x="0" y="14483"/>
                    <a:pt x="0" y="32367"/>
                  </a:cubicBezTo>
                  <a:cubicBezTo>
                    <a:pt x="0" y="50214"/>
                    <a:pt x="14520" y="64733"/>
                    <a:pt x="32366" y="64733"/>
                  </a:cubicBezTo>
                  <a:close/>
                  <a:moveTo>
                    <a:pt x="137698" y="145798"/>
                  </a:moveTo>
                  <a:lnTo>
                    <a:pt x="56633" y="145798"/>
                  </a:lnTo>
                  <a:lnTo>
                    <a:pt x="56633" y="48534"/>
                  </a:lnTo>
                  <a:lnTo>
                    <a:pt x="137698" y="48534"/>
                  </a:lnTo>
                  <a:close/>
                  <a:moveTo>
                    <a:pt x="32366" y="16134"/>
                  </a:moveTo>
                  <a:lnTo>
                    <a:pt x="161965" y="16134"/>
                  </a:lnTo>
                  <a:cubicBezTo>
                    <a:pt x="170916" y="16134"/>
                    <a:pt x="178197" y="23416"/>
                    <a:pt x="178197" y="32367"/>
                  </a:cubicBezTo>
                  <a:cubicBezTo>
                    <a:pt x="178197" y="41333"/>
                    <a:pt x="170931" y="48599"/>
                    <a:pt x="161965" y="48599"/>
                  </a:cubicBezTo>
                  <a:lnTo>
                    <a:pt x="153832" y="48599"/>
                  </a:lnTo>
                  <a:lnTo>
                    <a:pt x="153832" y="40467"/>
                  </a:lnTo>
                  <a:cubicBezTo>
                    <a:pt x="153832" y="36013"/>
                    <a:pt x="150219" y="32400"/>
                    <a:pt x="145765" y="32400"/>
                  </a:cubicBezTo>
                  <a:lnTo>
                    <a:pt x="48566" y="32400"/>
                  </a:lnTo>
                  <a:cubicBezTo>
                    <a:pt x="44112" y="32400"/>
                    <a:pt x="40499" y="36013"/>
                    <a:pt x="40499" y="40467"/>
                  </a:cubicBezTo>
                  <a:lnTo>
                    <a:pt x="40499" y="48599"/>
                  </a:lnTo>
                  <a:lnTo>
                    <a:pt x="32366" y="48599"/>
                  </a:lnTo>
                  <a:cubicBezTo>
                    <a:pt x="23415" y="48599"/>
                    <a:pt x="16134" y="41318"/>
                    <a:pt x="16134" y="32367"/>
                  </a:cubicBezTo>
                  <a:cubicBezTo>
                    <a:pt x="16134" y="23404"/>
                    <a:pt x="23400" y="16134"/>
                    <a:pt x="32366" y="161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38" name="Google Shape;1827;p73">
              <a:extLst>
                <a:ext uri="{FF2B5EF4-FFF2-40B4-BE49-F238E27FC236}">
                  <a16:creationId xmlns:a16="http://schemas.microsoft.com/office/drawing/2014/main" id="{32DDF1E3-5049-DC32-B658-29B28614E4DC}"/>
                </a:ext>
              </a:extLst>
            </p:cNvPr>
            <p:cNvSpPr/>
            <p:nvPr/>
          </p:nvSpPr>
          <p:spPr>
            <a:xfrm>
              <a:off x="8601671" y="3391448"/>
              <a:ext cx="113332" cy="16133"/>
            </a:xfrm>
            <a:custGeom>
              <a:avLst/>
              <a:gdLst/>
              <a:ahLst/>
              <a:cxnLst/>
              <a:rect l="l" t="t" r="r" b="b"/>
              <a:pathLst>
                <a:path w="113332" h="16133" extrusionOk="0">
                  <a:moveTo>
                    <a:pt x="8067" y="16134"/>
                  </a:moveTo>
                  <a:lnTo>
                    <a:pt x="105265" y="16134"/>
                  </a:lnTo>
                  <a:cubicBezTo>
                    <a:pt x="109721" y="16134"/>
                    <a:pt x="113332" y="12522"/>
                    <a:pt x="113332" y="8067"/>
                  </a:cubicBezTo>
                  <a:cubicBezTo>
                    <a:pt x="113332" y="3612"/>
                    <a:pt x="109721" y="0"/>
                    <a:pt x="105265" y="0"/>
                  </a:cubicBez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cubicBezTo>
                    <a:pt x="0" y="12522"/>
                    <a:pt x="3612" y="16134"/>
                    <a:pt x="8067" y="161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39" name="Google Shape;1828;p73">
              <a:extLst>
                <a:ext uri="{FF2B5EF4-FFF2-40B4-BE49-F238E27FC236}">
                  <a16:creationId xmlns:a16="http://schemas.microsoft.com/office/drawing/2014/main" id="{D68E9C27-4121-DA9F-D6A2-6129CE9EA6B6}"/>
                </a:ext>
              </a:extLst>
            </p:cNvPr>
            <p:cNvSpPr/>
            <p:nvPr/>
          </p:nvSpPr>
          <p:spPr>
            <a:xfrm>
              <a:off x="8463972" y="3448147"/>
              <a:ext cx="48533" cy="64733"/>
            </a:xfrm>
            <a:custGeom>
              <a:avLst/>
              <a:gdLst/>
              <a:ahLst/>
              <a:cxnLst/>
              <a:rect l="l" t="t" r="r" b="b"/>
              <a:pathLst>
                <a:path w="48533" h="64733" extrusionOk="0">
                  <a:moveTo>
                    <a:pt x="8067" y="64733"/>
                  </a:moveTo>
                  <a:lnTo>
                    <a:pt x="40466" y="64733"/>
                  </a:lnTo>
                  <a:cubicBezTo>
                    <a:pt x="44921" y="64733"/>
                    <a:pt x="48533" y="61121"/>
                    <a:pt x="48533" y="56666"/>
                  </a:cubicBezTo>
                  <a:lnTo>
                    <a:pt x="48533" y="8067"/>
                  </a:lnTo>
                  <a:cubicBezTo>
                    <a:pt x="48533" y="3612"/>
                    <a:pt x="44921" y="0"/>
                    <a:pt x="40466" y="0"/>
                  </a:cubicBez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lnTo>
                    <a:pt x="0" y="56666"/>
                  </a:lnTo>
                  <a:cubicBezTo>
                    <a:pt x="0" y="61121"/>
                    <a:pt x="3612" y="64733"/>
                    <a:pt x="8067" y="64733"/>
                  </a:cubicBezTo>
                  <a:close/>
                  <a:moveTo>
                    <a:pt x="16134" y="16134"/>
                  </a:moveTo>
                  <a:lnTo>
                    <a:pt x="32399" y="16134"/>
                  </a:lnTo>
                  <a:lnTo>
                    <a:pt x="32399" y="48599"/>
                  </a:lnTo>
                  <a:lnTo>
                    <a:pt x="16134" y="4859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40" name="Google Shape;1829;p73">
              <a:extLst>
                <a:ext uri="{FF2B5EF4-FFF2-40B4-BE49-F238E27FC236}">
                  <a16:creationId xmlns:a16="http://schemas.microsoft.com/office/drawing/2014/main" id="{2234EE20-015A-EEE9-D33B-7FD5A4524259}"/>
                </a:ext>
              </a:extLst>
            </p:cNvPr>
            <p:cNvSpPr/>
            <p:nvPr/>
          </p:nvSpPr>
          <p:spPr>
            <a:xfrm>
              <a:off x="8439042" y="3230212"/>
              <a:ext cx="60507" cy="72605"/>
            </a:xfrm>
            <a:custGeom>
              <a:avLst/>
              <a:gdLst/>
              <a:ahLst/>
              <a:cxnLst/>
              <a:rect l="l" t="t" r="r" b="b"/>
              <a:pathLst>
                <a:path w="60507" h="72605" extrusionOk="0">
                  <a:moveTo>
                    <a:pt x="39079" y="6024"/>
                  </a:moveTo>
                  <a:cubicBezTo>
                    <a:pt x="39051" y="5949"/>
                    <a:pt x="39022" y="5875"/>
                    <a:pt x="38993" y="5802"/>
                  </a:cubicBezTo>
                  <a:cubicBezTo>
                    <a:pt x="37549" y="2276"/>
                    <a:pt x="34157" y="0"/>
                    <a:pt x="30350" y="0"/>
                  </a:cubicBezTo>
                  <a:cubicBezTo>
                    <a:pt x="30347" y="0"/>
                    <a:pt x="30345" y="0"/>
                    <a:pt x="30342" y="0"/>
                  </a:cubicBezTo>
                  <a:cubicBezTo>
                    <a:pt x="26531" y="3"/>
                    <a:pt x="23139" y="2286"/>
                    <a:pt x="21700" y="5816"/>
                  </a:cubicBezTo>
                  <a:cubicBezTo>
                    <a:pt x="21675" y="5878"/>
                    <a:pt x="21650" y="5940"/>
                    <a:pt x="21627" y="6003"/>
                  </a:cubicBezTo>
                  <a:lnTo>
                    <a:pt x="526" y="61677"/>
                  </a:lnTo>
                  <a:cubicBezTo>
                    <a:pt x="-1054" y="65843"/>
                    <a:pt x="1045" y="70501"/>
                    <a:pt x="5210" y="72079"/>
                  </a:cubicBezTo>
                  <a:cubicBezTo>
                    <a:pt x="9378" y="73660"/>
                    <a:pt x="14035" y="71561"/>
                    <a:pt x="15613" y="67395"/>
                  </a:cubicBezTo>
                  <a:lnTo>
                    <a:pt x="18894" y="58737"/>
                  </a:lnTo>
                  <a:lnTo>
                    <a:pt x="41643" y="58737"/>
                  </a:lnTo>
                  <a:lnTo>
                    <a:pt x="44886" y="67372"/>
                  </a:lnTo>
                  <a:cubicBezTo>
                    <a:pt x="46102" y="70609"/>
                    <a:pt x="49174" y="72605"/>
                    <a:pt x="52439" y="72605"/>
                  </a:cubicBezTo>
                  <a:cubicBezTo>
                    <a:pt x="53382" y="72605"/>
                    <a:pt x="54339" y="72439"/>
                    <a:pt x="55274" y="72087"/>
                  </a:cubicBezTo>
                  <a:cubicBezTo>
                    <a:pt x="59446" y="70521"/>
                    <a:pt x="61557" y="65870"/>
                    <a:pt x="59990" y="61699"/>
                  </a:cubicBezTo>
                  <a:close/>
                  <a:moveTo>
                    <a:pt x="25008" y="42603"/>
                  </a:moveTo>
                  <a:lnTo>
                    <a:pt x="30320" y="28590"/>
                  </a:lnTo>
                  <a:lnTo>
                    <a:pt x="35583" y="4260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41" name="Google Shape;1830;p73">
              <a:extLst>
                <a:ext uri="{FF2B5EF4-FFF2-40B4-BE49-F238E27FC236}">
                  <a16:creationId xmlns:a16="http://schemas.microsoft.com/office/drawing/2014/main" id="{0E21D1A6-12C7-C8A4-EEBE-4614AFBC15A0}"/>
                </a:ext>
              </a:extLst>
            </p:cNvPr>
            <p:cNvSpPr/>
            <p:nvPr/>
          </p:nvSpPr>
          <p:spPr>
            <a:xfrm>
              <a:off x="8512727" y="3229507"/>
              <a:ext cx="60502" cy="72602"/>
            </a:xfrm>
            <a:custGeom>
              <a:avLst/>
              <a:gdLst/>
              <a:ahLst/>
              <a:cxnLst/>
              <a:rect l="l" t="t" r="r" b="b"/>
              <a:pathLst>
                <a:path w="60502" h="72602" extrusionOk="0">
                  <a:moveTo>
                    <a:pt x="52435" y="0"/>
                  </a:move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cubicBezTo>
                    <a:pt x="0" y="12522"/>
                    <a:pt x="3612" y="16134"/>
                    <a:pt x="8067" y="16134"/>
                  </a:cubicBezTo>
                  <a:lnTo>
                    <a:pt x="22095" y="16134"/>
                  </a:lnTo>
                  <a:lnTo>
                    <a:pt x="22095" y="64536"/>
                  </a:lnTo>
                  <a:cubicBezTo>
                    <a:pt x="22095" y="68990"/>
                    <a:pt x="25707" y="72603"/>
                    <a:pt x="30162" y="72603"/>
                  </a:cubicBezTo>
                  <a:cubicBezTo>
                    <a:pt x="34617" y="72603"/>
                    <a:pt x="38229" y="68990"/>
                    <a:pt x="38229" y="64536"/>
                  </a:cubicBezTo>
                  <a:lnTo>
                    <a:pt x="38229" y="16134"/>
                  </a:lnTo>
                  <a:lnTo>
                    <a:pt x="52435" y="16134"/>
                  </a:lnTo>
                  <a:cubicBezTo>
                    <a:pt x="56890" y="16134"/>
                    <a:pt x="60502" y="12522"/>
                    <a:pt x="60502" y="8067"/>
                  </a:cubicBezTo>
                  <a:cubicBezTo>
                    <a:pt x="60502" y="3612"/>
                    <a:pt x="56891" y="0"/>
                    <a:pt x="524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42" name="Google Shape;1831;p73">
              <a:extLst>
                <a:ext uri="{FF2B5EF4-FFF2-40B4-BE49-F238E27FC236}">
                  <a16:creationId xmlns:a16="http://schemas.microsoft.com/office/drawing/2014/main" id="{26913DEF-7EE1-8E95-7796-27A1967BDBBA}"/>
                </a:ext>
              </a:extLst>
            </p:cNvPr>
            <p:cNvSpPr/>
            <p:nvPr/>
          </p:nvSpPr>
          <p:spPr>
            <a:xfrm>
              <a:off x="8592025" y="3228611"/>
              <a:ext cx="75010" cy="72601"/>
            </a:xfrm>
            <a:custGeom>
              <a:avLst/>
              <a:gdLst/>
              <a:ahLst/>
              <a:cxnLst/>
              <a:rect l="l" t="t" r="r" b="b"/>
              <a:pathLst>
                <a:path w="75010" h="72601" extrusionOk="0">
                  <a:moveTo>
                    <a:pt x="64470" y="7588"/>
                  </a:moveTo>
                  <a:cubicBezTo>
                    <a:pt x="64463" y="7557"/>
                    <a:pt x="64458" y="7526"/>
                    <a:pt x="64452" y="7495"/>
                  </a:cubicBezTo>
                  <a:cubicBezTo>
                    <a:pt x="63613" y="3328"/>
                    <a:pt x="60067" y="252"/>
                    <a:pt x="55829" y="14"/>
                  </a:cubicBezTo>
                  <a:cubicBezTo>
                    <a:pt x="51578" y="-215"/>
                    <a:pt x="47725" y="2436"/>
                    <a:pt x="46427" y="6483"/>
                  </a:cubicBezTo>
                  <a:cubicBezTo>
                    <a:pt x="46397" y="6574"/>
                    <a:pt x="46370" y="6667"/>
                    <a:pt x="46343" y="6759"/>
                  </a:cubicBezTo>
                  <a:lnTo>
                    <a:pt x="37372" y="38579"/>
                  </a:lnTo>
                  <a:lnTo>
                    <a:pt x="28064" y="6679"/>
                  </a:lnTo>
                  <a:cubicBezTo>
                    <a:pt x="28036" y="6583"/>
                    <a:pt x="28007" y="6487"/>
                    <a:pt x="27975" y="6392"/>
                  </a:cubicBezTo>
                  <a:cubicBezTo>
                    <a:pt x="26633" y="2360"/>
                    <a:pt x="22730" y="-257"/>
                    <a:pt x="18505" y="23"/>
                  </a:cubicBezTo>
                  <a:cubicBezTo>
                    <a:pt x="14269" y="305"/>
                    <a:pt x="10756" y="3420"/>
                    <a:pt x="9960" y="7597"/>
                  </a:cubicBezTo>
                  <a:cubicBezTo>
                    <a:pt x="9955" y="7626"/>
                    <a:pt x="9949" y="7656"/>
                    <a:pt x="9944" y="7685"/>
                  </a:cubicBezTo>
                  <a:lnTo>
                    <a:pt x="127" y="62676"/>
                  </a:lnTo>
                  <a:cubicBezTo>
                    <a:pt x="-656" y="67062"/>
                    <a:pt x="2265" y="71252"/>
                    <a:pt x="6651" y="72036"/>
                  </a:cubicBezTo>
                  <a:cubicBezTo>
                    <a:pt x="11040" y="72813"/>
                    <a:pt x="15227" y="69897"/>
                    <a:pt x="16011" y="65512"/>
                  </a:cubicBezTo>
                  <a:lnTo>
                    <a:pt x="20723" y="39115"/>
                  </a:lnTo>
                  <a:lnTo>
                    <a:pt x="28545" y="65924"/>
                  </a:lnTo>
                  <a:cubicBezTo>
                    <a:pt x="28572" y="66017"/>
                    <a:pt x="28601" y="66110"/>
                    <a:pt x="28631" y="66202"/>
                  </a:cubicBezTo>
                  <a:cubicBezTo>
                    <a:pt x="29900" y="70035"/>
                    <a:pt x="33454" y="72602"/>
                    <a:pt x="37484" y="72602"/>
                  </a:cubicBezTo>
                  <a:cubicBezTo>
                    <a:pt x="37499" y="72602"/>
                    <a:pt x="37515" y="72601"/>
                    <a:pt x="37530" y="72601"/>
                  </a:cubicBezTo>
                  <a:cubicBezTo>
                    <a:pt x="41579" y="72581"/>
                    <a:pt x="45130" y="69975"/>
                    <a:pt x="46367" y="66115"/>
                  </a:cubicBezTo>
                  <a:cubicBezTo>
                    <a:pt x="46396" y="66025"/>
                    <a:pt x="46423" y="65933"/>
                    <a:pt x="46450" y="65842"/>
                  </a:cubicBezTo>
                  <a:lnTo>
                    <a:pt x="54000" y="39060"/>
                  </a:lnTo>
                  <a:lnTo>
                    <a:pt x="59015" y="65593"/>
                  </a:lnTo>
                  <a:cubicBezTo>
                    <a:pt x="59842" y="69970"/>
                    <a:pt x="64054" y="72846"/>
                    <a:pt x="68440" y="72021"/>
                  </a:cubicBezTo>
                  <a:cubicBezTo>
                    <a:pt x="72818" y="71193"/>
                    <a:pt x="75696" y="66974"/>
                    <a:pt x="74869" y="6259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Descriere SIA ales</a:t>
            </a:r>
            <a:endParaRPr dirty="0"/>
          </a:p>
        </p:txBody>
      </p:sp>
      <p:sp>
        <p:nvSpPr>
          <p:cNvPr id="1039" name="Google Shape;1039;p44"/>
          <p:cNvSpPr txBox="1">
            <a:spLocks noGrp="1"/>
          </p:cNvSpPr>
          <p:nvPr>
            <p:ph type="subTitle" idx="1"/>
          </p:nvPr>
        </p:nvSpPr>
        <p:spPr>
          <a:xfrm>
            <a:off x="4785900" y="1365277"/>
            <a:ext cx="3645000" cy="21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Tip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Algoritm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: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    •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Învățare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Supervizată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(Supervised Learning) -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Regresie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. 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    • Ensemble Learning (Random Forest Regressor). 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en-US" dirty="0">
              <a:latin typeface="Kanit" panose="020B0604020202020204" charset="-34"/>
              <a:cs typeface="Kanit" panose="020B0604020202020204" charset="-34"/>
            </a:endParaRP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De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ce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Random Forest? 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    • Robust la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zgomotul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pieței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(Noise). 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    • Reduce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riscul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de Overfitting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prin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medierea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a 200 de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arbori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decizionali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. 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    • Nu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necesită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normalizarea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datelor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(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spre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deosebire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de MLP/LSTM). 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endParaRPr lang="en-US" dirty="0">
              <a:latin typeface="Kanit" panose="020B0604020202020204" charset="-34"/>
              <a:cs typeface="Kanit" panose="020B0604020202020204" charset="-34"/>
            </a:endParaRP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Input vs Output: 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    • Input: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Prețuri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istorice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(Lag 1-3) + Context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Piață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(S&amp;P 500). 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    • Output: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Prețul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estimat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pentru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ziua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T+1.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575D2F2C-7B70-9348-91BF-A3B03C10C4EA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1343" r="11343"/>
          <a:stretch>
            <a:fillRect/>
          </a:stretch>
        </p:blipFill>
        <p:spPr>
          <a:prstGeom prst="snip2DiagRect">
            <a:avLst>
              <a:gd name="adj1" fmla="val 0"/>
              <a:gd name="adj2" fmla="val 16667"/>
            </a:avLst>
          </a:prstGeom>
          <a:noFill/>
          <a:ln w="19050" cap="flat" cmpd="sng">
            <a:solidFill>
              <a:srgbClr val="AA1D1D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47"/>
          <p:cNvSpPr/>
          <p:nvPr/>
        </p:nvSpPr>
        <p:spPr>
          <a:xfrm>
            <a:off x="735675" y="1498001"/>
            <a:ext cx="813300" cy="662700"/>
          </a:xfrm>
          <a:prstGeom prst="snip2DiagRect">
            <a:avLst>
              <a:gd name="adj1" fmla="val 0"/>
              <a:gd name="adj2" fmla="val 22095"/>
            </a:avLst>
          </a:prstGeom>
          <a:solidFill>
            <a:schemeClr val="accen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 dirty="0">
              <a:solidFill>
                <a:srgbClr val="FFFFFF"/>
              </a:solidFill>
              <a:latin typeface="Kanit" panose="020B0604020202020204" charset="-34"/>
              <a:ea typeface="Kanit SemiBold"/>
              <a:cs typeface="Kanit" panose="020B0604020202020204" charset="-34"/>
              <a:sym typeface="Kanit SemiBold"/>
            </a:endParaRPr>
          </a:p>
        </p:txBody>
      </p:sp>
      <p:sp>
        <p:nvSpPr>
          <p:cNvPr id="1102" name="Google Shape;1102;p47"/>
          <p:cNvSpPr/>
          <p:nvPr/>
        </p:nvSpPr>
        <p:spPr>
          <a:xfrm>
            <a:off x="722162" y="3116201"/>
            <a:ext cx="813300" cy="662700"/>
          </a:xfrm>
          <a:prstGeom prst="snip2DiagRect">
            <a:avLst>
              <a:gd name="adj1" fmla="val 0"/>
              <a:gd name="adj2" fmla="val 22095"/>
            </a:avLst>
          </a:prstGeom>
          <a:solidFill>
            <a:schemeClr val="accen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 dirty="0">
              <a:solidFill>
                <a:srgbClr val="FFFFFF"/>
              </a:solidFill>
              <a:latin typeface="Kanit" panose="020B0604020202020204" charset="-34"/>
              <a:ea typeface="Kanit SemiBold"/>
              <a:cs typeface="Kanit" panose="020B0604020202020204" charset="-34"/>
              <a:sym typeface="Kanit SemiBold"/>
            </a:endParaRPr>
          </a:p>
        </p:txBody>
      </p:sp>
      <p:sp>
        <p:nvSpPr>
          <p:cNvPr id="1103" name="Google Shape;1103;p47"/>
          <p:cNvSpPr/>
          <p:nvPr/>
        </p:nvSpPr>
        <p:spPr>
          <a:xfrm>
            <a:off x="4748863" y="3116201"/>
            <a:ext cx="813300" cy="662700"/>
          </a:xfrm>
          <a:prstGeom prst="snip2DiagRect">
            <a:avLst>
              <a:gd name="adj1" fmla="val 0"/>
              <a:gd name="adj2" fmla="val 22095"/>
            </a:avLst>
          </a:prstGeom>
          <a:solidFill>
            <a:schemeClr val="accen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>
              <a:solidFill>
                <a:srgbClr val="FFFFFF"/>
              </a:solidFill>
              <a:latin typeface="Kanit" panose="020B0604020202020204" charset="-34"/>
              <a:ea typeface="Kanit SemiBold"/>
              <a:cs typeface="Kanit" panose="020B0604020202020204" charset="-34"/>
              <a:sym typeface="Kanit SemiBold"/>
            </a:endParaRPr>
          </a:p>
        </p:txBody>
      </p:sp>
      <p:sp>
        <p:nvSpPr>
          <p:cNvPr id="1104" name="Google Shape;1104;p47"/>
          <p:cNvSpPr/>
          <p:nvPr/>
        </p:nvSpPr>
        <p:spPr>
          <a:xfrm>
            <a:off x="4748863" y="1498001"/>
            <a:ext cx="813300" cy="662700"/>
          </a:xfrm>
          <a:prstGeom prst="snip2DiagRect">
            <a:avLst>
              <a:gd name="adj1" fmla="val 0"/>
              <a:gd name="adj2" fmla="val 22095"/>
            </a:avLst>
          </a:prstGeom>
          <a:solidFill>
            <a:schemeClr val="accen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>
              <a:solidFill>
                <a:srgbClr val="FFFFFF"/>
              </a:solidFill>
              <a:latin typeface="Kanit" panose="020B0604020202020204" charset="-34"/>
              <a:ea typeface="Kanit SemiBold"/>
              <a:cs typeface="Kanit" panose="020B0604020202020204" charset="-34"/>
              <a:sym typeface="Kanit SemiBold"/>
            </a:endParaRPr>
          </a:p>
        </p:txBody>
      </p:sp>
      <p:sp>
        <p:nvSpPr>
          <p:cNvPr id="1105" name="Google Shape;1105;p47"/>
          <p:cNvSpPr txBox="1">
            <a:spLocks noGrp="1"/>
          </p:cNvSpPr>
          <p:nvPr>
            <p:ph type="subTitle" idx="1"/>
          </p:nvPr>
        </p:nvSpPr>
        <p:spPr>
          <a:xfrm>
            <a:off x="1697900" y="1791350"/>
            <a:ext cx="2658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•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Descărcare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date Live via API Yahoo Finance (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yfinance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).</a:t>
            </a:r>
          </a:p>
          <a:p>
            <a:pPr marL="0" lvl="0" indent="0"/>
            <a:endParaRPr lang="en-US" dirty="0">
              <a:latin typeface="Kanit" panose="020B0604020202020204" charset="-34"/>
              <a:cs typeface="Kanit" panose="020B0604020202020204" charset="-34"/>
            </a:endParaRPr>
          </a:p>
          <a:p>
            <a:pPr marL="0" lvl="0" indent="0"/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•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Sincronizare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Ticker (ex: TSLA) cu Index (^GSPC).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1106" name="Google Shape;1106;p47"/>
          <p:cNvSpPr txBox="1">
            <a:spLocks noGrp="1"/>
          </p:cNvSpPr>
          <p:nvPr>
            <p:ph type="subTitle" idx="2"/>
          </p:nvPr>
        </p:nvSpPr>
        <p:spPr>
          <a:xfrm>
            <a:off x="5749725" y="1791350"/>
            <a:ext cx="2658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• Feature Engineering: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Generare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ferestre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glisante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(Lags)</a:t>
            </a:r>
          </a:p>
          <a:p>
            <a:endParaRPr lang="en-US" dirty="0">
              <a:latin typeface="Kanit" panose="020B0604020202020204" charset="-34"/>
              <a:cs typeface="Kanit" panose="020B0604020202020204" charset="-34"/>
            </a:endParaRPr>
          </a:p>
          <a:p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•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Curățare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date (Drop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NaN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).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1107" name="Google Shape;1107;p47"/>
          <p:cNvSpPr txBox="1">
            <a:spLocks noGrp="1"/>
          </p:cNvSpPr>
          <p:nvPr>
            <p:ph type="subTitle" idx="3"/>
          </p:nvPr>
        </p:nvSpPr>
        <p:spPr>
          <a:xfrm>
            <a:off x="1697900" y="3409475"/>
            <a:ext cx="2658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Scikit-learn: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RandomizedSearchCV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pentru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optimizare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.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1108" name="Google Shape;1108;p47"/>
          <p:cNvSpPr txBox="1">
            <a:spLocks noGrp="1"/>
          </p:cNvSpPr>
          <p:nvPr>
            <p:ph type="subTitle" idx="4"/>
          </p:nvPr>
        </p:nvSpPr>
        <p:spPr>
          <a:xfrm>
            <a:off x="5749725" y="3409475"/>
            <a:ext cx="24147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Tkinter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+ Matplotlib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pentru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vizualizare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în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timp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real.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1109" name="Google Shape;1109;p47"/>
          <p:cNvSpPr txBox="1">
            <a:spLocks noGrp="1"/>
          </p:cNvSpPr>
          <p:nvPr>
            <p:ph type="subTitle" idx="5"/>
          </p:nvPr>
        </p:nvSpPr>
        <p:spPr>
          <a:xfrm>
            <a:off x="1697888" y="1498000"/>
            <a:ext cx="24147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nit" panose="020B0604020202020204" charset="-34"/>
                <a:cs typeface="Kanit" panose="020B0604020202020204" charset="-34"/>
              </a:rPr>
              <a:t>Data Acquisition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1110" name="Google Shape;1110;p47"/>
          <p:cNvSpPr txBox="1">
            <a:spLocks noGrp="1"/>
          </p:cNvSpPr>
          <p:nvPr>
            <p:ph type="subTitle" idx="6"/>
          </p:nvPr>
        </p:nvSpPr>
        <p:spPr>
          <a:xfrm>
            <a:off x="1697888" y="3116200"/>
            <a:ext cx="24147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AI Core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1111" name="Google Shape;1111;p47"/>
          <p:cNvSpPr txBox="1">
            <a:spLocks noGrp="1"/>
          </p:cNvSpPr>
          <p:nvPr>
            <p:ph type="subTitle" idx="7"/>
          </p:nvPr>
        </p:nvSpPr>
        <p:spPr>
          <a:xfrm>
            <a:off x="5749700" y="1498000"/>
            <a:ext cx="267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Preprocessing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1112" name="Google Shape;1112;p47"/>
          <p:cNvSpPr txBox="1">
            <a:spLocks noGrp="1"/>
          </p:cNvSpPr>
          <p:nvPr>
            <p:ph type="subTitle" idx="8"/>
          </p:nvPr>
        </p:nvSpPr>
        <p:spPr>
          <a:xfrm>
            <a:off x="5749700" y="3116200"/>
            <a:ext cx="267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nit" panose="020B0604020202020204" charset="-34"/>
                <a:cs typeface="Kanit" panose="020B0604020202020204" charset="-34"/>
              </a:rPr>
              <a:t>User Interface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1113" name="Google Shape;1113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nit" panose="020B0604020202020204" charset="-34"/>
                <a:cs typeface="Kanit" panose="020B0604020202020204" charset="-34"/>
              </a:rPr>
              <a:t>Dezvoltare proiect software SIA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grpSp>
        <p:nvGrpSpPr>
          <p:cNvPr id="2" name="Google Shape;1636;p73">
            <a:extLst>
              <a:ext uri="{FF2B5EF4-FFF2-40B4-BE49-F238E27FC236}">
                <a16:creationId xmlns:a16="http://schemas.microsoft.com/office/drawing/2014/main" id="{B16DCC63-1689-7872-801C-AF70056C90EC}"/>
              </a:ext>
            </a:extLst>
          </p:cNvPr>
          <p:cNvGrpSpPr/>
          <p:nvPr/>
        </p:nvGrpSpPr>
        <p:grpSpPr>
          <a:xfrm>
            <a:off x="4992775" y="1626240"/>
            <a:ext cx="364429" cy="413029"/>
            <a:chOff x="5625326" y="1914747"/>
            <a:chExt cx="364429" cy="413029"/>
          </a:xfrm>
        </p:grpSpPr>
        <p:sp>
          <p:nvSpPr>
            <p:cNvPr id="3" name="Google Shape;1637;p73">
              <a:extLst>
                <a:ext uri="{FF2B5EF4-FFF2-40B4-BE49-F238E27FC236}">
                  <a16:creationId xmlns:a16="http://schemas.microsoft.com/office/drawing/2014/main" id="{6C22F07E-03AE-8C3D-B225-8AF3A8BFC459}"/>
                </a:ext>
              </a:extLst>
            </p:cNvPr>
            <p:cNvSpPr/>
            <p:nvPr/>
          </p:nvSpPr>
          <p:spPr>
            <a:xfrm>
              <a:off x="5625326" y="1914747"/>
              <a:ext cx="364429" cy="413029"/>
            </a:xfrm>
            <a:custGeom>
              <a:avLst/>
              <a:gdLst/>
              <a:ahLst/>
              <a:cxnLst/>
              <a:rect l="l" t="t" r="r" b="b"/>
              <a:pathLst>
                <a:path w="364429" h="413029" extrusionOk="0">
                  <a:moveTo>
                    <a:pt x="258997" y="242931"/>
                  </a:moveTo>
                  <a:lnTo>
                    <a:pt x="275364" y="242931"/>
                  </a:lnTo>
                  <a:cubicBezTo>
                    <a:pt x="324475" y="242931"/>
                    <a:pt x="364430" y="202976"/>
                    <a:pt x="364430" y="153865"/>
                  </a:cubicBezTo>
                  <a:cubicBezTo>
                    <a:pt x="364430" y="101935"/>
                    <a:pt x="319956" y="60831"/>
                    <a:pt x="268017" y="65101"/>
                  </a:cubicBezTo>
                  <a:cubicBezTo>
                    <a:pt x="257412" y="26955"/>
                    <a:pt x="222466" y="0"/>
                    <a:pt x="182214" y="0"/>
                  </a:cubicBezTo>
                  <a:cubicBezTo>
                    <a:pt x="141963" y="0"/>
                    <a:pt x="107016" y="26955"/>
                    <a:pt x="96412" y="65100"/>
                  </a:cubicBezTo>
                  <a:cubicBezTo>
                    <a:pt x="44422" y="60826"/>
                    <a:pt x="0" y="101992"/>
                    <a:pt x="0" y="153865"/>
                  </a:cubicBezTo>
                  <a:cubicBezTo>
                    <a:pt x="0" y="202976"/>
                    <a:pt x="39955" y="242930"/>
                    <a:pt x="89066" y="242930"/>
                  </a:cubicBezTo>
                  <a:lnTo>
                    <a:pt x="105433" y="242930"/>
                  </a:lnTo>
                  <a:cubicBezTo>
                    <a:pt x="120799" y="265283"/>
                    <a:pt x="145659" y="280620"/>
                    <a:pt x="174147" y="283077"/>
                  </a:cubicBezTo>
                  <a:lnTo>
                    <a:pt x="174147" y="307796"/>
                  </a:lnTo>
                  <a:lnTo>
                    <a:pt x="64766" y="307796"/>
                  </a:lnTo>
                  <a:cubicBezTo>
                    <a:pt x="60310" y="307796"/>
                    <a:pt x="56699" y="311408"/>
                    <a:pt x="56699" y="315863"/>
                  </a:cubicBezTo>
                  <a:lnTo>
                    <a:pt x="56699" y="349314"/>
                  </a:lnTo>
                  <a:cubicBezTo>
                    <a:pt x="42742" y="352907"/>
                    <a:pt x="32399" y="365600"/>
                    <a:pt x="32399" y="380662"/>
                  </a:cubicBezTo>
                  <a:cubicBezTo>
                    <a:pt x="32399" y="398509"/>
                    <a:pt x="46918" y="413029"/>
                    <a:pt x="64766" y="413029"/>
                  </a:cubicBezTo>
                  <a:cubicBezTo>
                    <a:pt x="82613" y="413029"/>
                    <a:pt x="97133" y="398509"/>
                    <a:pt x="97133" y="380662"/>
                  </a:cubicBezTo>
                  <a:cubicBezTo>
                    <a:pt x="97133" y="365599"/>
                    <a:pt x="86790" y="352907"/>
                    <a:pt x="72833" y="349314"/>
                  </a:cubicBezTo>
                  <a:lnTo>
                    <a:pt x="72833" y="323930"/>
                  </a:lnTo>
                  <a:lnTo>
                    <a:pt x="174147" y="323930"/>
                  </a:lnTo>
                  <a:lnTo>
                    <a:pt x="174147" y="349314"/>
                  </a:lnTo>
                  <a:cubicBezTo>
                    <a:pt x="160191" y="352907"/>
                    <a:pt x="149847" y="365600"/>
                    <a:pt x="149847" y="380662"/>
                  </a:cubicBezTo>
                  <a:cubicBezTo>
                    <a:pt x="149847" y="398509"/>
                    <a:pt x="164367" y="413029"/>
                    <a:pt x="182214" y="413029"/>
                  </a:cubicBezTo>
                  <a:cubicBezTo>
                    <a:pt x="200062" y="413029"/>
                    <a:pt x="214581" y="398509"/>
                    <a:pt x="214581" y="380662"/>
                  </a:cubicBezTo>
                  <a:cubicBezTo>
                    <a:pt x="214581" y="365599"/>
                    <a:pt x="204239" y="352907"/>
                    <a:pt x="190281" y="349314"/>
                  </a:cubicBezTo>
                  <a:lnTo>
                    <a:pt x="190281" y="323930"/>
                  </a:lnTo>
                  <a:lnTo>
                    <a:pt x="291596" y="323930"/>
                  </a:lnTo>
                  <a:lnTo>
                    <a:pt x="291596" y="349314"/>
                  </a:lnTo>
                  <a:cubicBezTo>
                    <a:pt x="277639" y="352907"/>
                    <a:pt x="267296" y="365600"/>
                    <a:pt x="267296" y="380662"/>
                  </a:cubicBezTo>
                  <a:cubicBezTo>
                    <a:pt x="267296" y="398509"/>
                    <a:pt x="281816" y="413029"/>
                    <a:pt x="299663" y="413029"/>
                  </a:cubicBezTo>
                  <a:cubicBezTo>
                    <a:pt x="317510" y="413029"/>
                    <a:pt x="332030" y="398509"/>
                    <a:pt x="332030" y="380662"/>
                  </a:cubicBezTo>
                  <a:cubicBezTo>
                    <a:pt x="332030" y="365599"/>
                    <a:pt x="321688" y="352907"/>
                    <a:pt x="307730" y="349314"/>
                  </a:cubicBezTo>
                  <a:lnTo>
                    <a:pt x="307730" y="315863"/>
                  </a:lnTo>
                  <a:cubicBezTo>
                    <a:pt x="307730" y="311408"/>
                    <a:pt x="304118" y="307796"/>
                    <a:pt x="299663" y="307796"/>
                  </a:cubicBezTo>
                  <a:lnTo>
                    <a:pt x="190281" y="307796"/>
                  </a:lnTo>
                  <a:lnTo>
                    <a:pt x="190281" y="283077"/>
                  </a:lnTo>
                  <a:cubicBezTo>
                    <a:pt x="218770" y="280620"/>
                    <a:pt x="243631" y="265284"/>
                    <a:pt x="258997" y="242931"/>
                  </a:cubicBezTo>
                  <a:close/>
                  <a:moveTo>
                    <a:pt x="80999" y="380662"/>
                  </a:moveTo>
                  <a:cubicBezTo>
                    <a:pt x="80999" y="389613"/>
                    <a:pt x="73717" y="396895"/>
                    <a:pt x="64766" y="396895"/>
                  </a:cubicBezTo>
                  <a:cubicBezTo>
                    <a:pt x="55815" y="396895"/>
                    <a:pt x="48533" y="389613"/>
                    <a:pt x="48533" y="380662"/>
                  </a:cubicBezTo>
                  <a:cubicBezTo>
                    <a:pt x="48533" y="371711"/>
                    <a:pt x="55815" y="364430"/>
                    <a:pt x="64766" y="364430"/>
                  </a:cubicBezTo>
                  <a:cubicBezTo>
                    <a:pt x="73717" y="364430"/>
                    <a:pt x="80999" y="371711"/>
                    <a:pt x="80999" y="380662"/>
                  </a:cubicBezTo>
                  <a:close/>
                  <a:moveTo>
                    <a:pt x="315895" y="380662"/>
                  </a:moveTo>
                  <a:cubicBezTo>
                    <a:pt x="315895" y="389613"/>
                    <a:pt x="308613" y="396895"/>
                    <a:pt x="299662" y="396895"/>
                  </a:cubicBezTo>
                  <a:cubicBezTo>
                    <a:pt x="290711" y="396895"/>
                    <a:pt x="283429" y="389613"/>
                    <a:pt x="283429" y="380662"/>
                  </a:cubicBezTo>
                  <a:cubicBezTo>
                    <a:pt x="283429" y="371711"/>
                    <a:pt x="290711" y="364430"/>
                    <a:pt x="299662" y="364430"/>
                  </a:cubicBezTo>
                  <a:cubicBezTo>
                    <a:pt x="308613" y="364430"/>
                    <a:pt x="315895" y="371711"/>
                    <a:pt x="315895" y="380662"/>
                  </a:cubicBezTo>
                  <a:close/>
                  <a:moveTo>
                    <a:pt x="89066" y="226797"/>
                  </a:moveTo>
                  <a:cubicBezTo>
                    <a:pt x="48851" y="226797"/>
                    <a:pt x="16134" y="194080"/>
                    <a:pt x="16134" y="153865"/>
                  </a:cubicBezTo>
                  <a:cubicBezTo>
                    <a:pt x="16134" y="109033"/>
                    <a:pt x="56553" y="74386"/>
                    <a:pt x="101272" y="81955"/>
                  </a:cubicBezTo>
                  <a:cubicBezTo>
                    <a:pt x="105606" y="82685"/>
                    <a:pt x="109732" y="79814"/>
                    <a:pt x="110545" y="75492"/>
                  </a:cubicBezTo>
                  <a:cubicBezTo>
                    <a:pt x="117017" y="41097"/>
                    <a:pt x="147159" y="16134"/>
                    <a:pt x="182214" y="16134"/>
                  </a:cubicBezTo>
                  <a:cubicBezTo>
                    <a:pt x="217271" y="16134"/>
                    <a:pt x="247412" y="41097"/>
                    <a:pt x="253885" y="75492"/>
                  </a:cubicBezTo>
                  <a:cubicBezTo>
                    <a:pt x="254698" y="79814"/>
                    <a:pt x="258826" y="82682"/>
                    <a:pt x="263158" y="81955"/>
                  </a:cubicBezTo>
                  <a:cubicBezTo>
                    <a:pt x="267165" y="81276"/>
                    <a:pt x="271271" y="80933"/>
                    <a:pt x="275363" y="80933"/>
                  </a:cubicBezTo>
                  <a:cubicBezTo>
                    <a:pt x="315578" y="80933"/>
                    <a:pt x="348295" y="113650"/>
                    <a:pt x="348295" y="153865"/>
                  </a:cubicBezTo>
                  <a:cubicBezTo>
                    <a:pt x="348295" y="194080"/>
                    <a:pt x="315578" y="226796"/>
                    <a:pt x="275363" y="226796"/>
                  </a:cubicBezTo>
                  <a:lnTo>
                    <a:pt x="267882" y="226796"/>
                  </a:lnTo>
                  <a:cubicBezTo>
                    <a:pt x="272673" y="215587"/>
                    <a:pt x="275330" y="203255"/>
                    <a:pt x="275330" y="190314"/>
                  </a:cubicBezTo>
                  <a:cubicBezTo>
                    <a:pt x="275330" y="138969"/>
                    <a:pt x="233558" y="97198"/>
                    <a:pt x="182214" y="97198"/>
                  </a:cubicBezTo>
                  <a:cubicBezTo>
                    <a:pt x="130869" y="97198"/>
                    <a:pt x="89098" y="138969"/>
                    <a:pt x="89098" y="190314"/>
                  </a:cubicBezTo>
                  <a:cubicBezTo>
                    <a:pt x="89098" y="203255"/>
                    <a:pt x="91755" y="215587"/>
                    <a:pt x="96546" y="226796"/>
                  </a:cubicBezTo>
                  <a:lnTo>
                    <a:pt x="89066" y="226796"/>
                  </a:lnTo>
                  <a:close/>
                  <a:moveTo>
                    <a:pt x="198448" y="380662"/>
                  </a:moveTo>
                  <a:cubicBezTo>
                    <a:pt x="198448" y="389613"/>
                    <a:pt x="191165" y="396895"/>
                    <a:pt x="182214" y="396895"/>
                  </a:cubicBezTo>
                  <a:cubicBezTo>
                    <a:pt x="173263" y="396895"/>
                    <a:pt x="165981" y="389613"/>
                    <a:pt x="165981" y="380662"/>
                  </a:cubicBezTo>
                  <a:cubicBezTo>
                    <a:pt x="165981" y="371711"/>
                    <a:pt x="173263" y="364430"/>
                    <a:pt x="182214" y="364430"/>
                  </a:cubicBezTo>
                  <a:cubicBezTo>
                    <a:pt x="191165" y="364430"/>
                    <a:pt x="198448" y="371711"/>
                    <a:pt x="198448" y="380662"/>
                  </a:cubicBezTo>
                  <a:close/>
                  <a:moveTo>
                    <a:pt x="182214" y="267297"/>
                  </a:moveTo>
                  <a:cubicBezTo>
                    <a:pt x="139767" y="267297"/>
                    <a:pt x="105233" y="232762"/>
                    <a:pt x="105233" y="190314"/>
                  </a:cubicBezTo>
                  <a:cubicBezTo>
                    <a:pt x="105233" y="147867"/>
                    <a:pt x="139767" y="113333"/>
                    <a:pt x="182214" y="113333"/>
                  </a:cubicBezTo>
                  <a:cubicBezTo>
                    <a:pt x="224663" y="113333"/>
                    <a:pt x="259197" y="147867"/>
                    <a:pt x="259197" y="190314"/>
                  </a:cubicBezTo>
                  <a:cubicBezTo>
                    <a:pt x="259197" y="232762"/>
                    <a:pt x="224663" y="267297"/>
                    <a:pt x="182214" y="26729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4" name="Google Shape;1638;p73">
              <a:extLst>
                <a:ext uri="{FF2B5EF4-FFF2-40B4-BE49-F238E27FC236}">
                  <a16:creationId xmlns:a16="http://schemas.microsoft.com/office/drawing/2014/main" id="{BD1430F9-CA59-F94E-7C96-6694D8A27812}"/>
                </a:ext>
              </a:extLst>
            </p:cNvPr>
            <p:cNvSpPr/>
            <p:nvPr/>
          </p:nvSpPr>
          <p:spPr>
            <a:xfrm>
              <a:off x="5779095" y="2048658"/>
              <a:ext cx="56893" cy="112937"/>
            </a:xfrm>
            <a:custGeom>
              <a:avLst/>
              <a:gdLst/>
              <a:ahLst/>
              <a:cxnLst/>
              <a:rect l="l" t="t" r="r" b="b"/>
              <a:pathLst>
                <a:path w="56893" h="112937" extrusionOk="0">
                  <a:moveTo>
                    <a:pt x="38923" y="48430"/>
                  </a:moveTo>
                  <a:cubicBezTo>
                    <a:pt x="31927" y="45957"/>
                    <a:pt x="24194" y="42972"/>
                    <a:pt x="19873" y="39584"/>
                  </a:cubicBezTo>
                  <a:cubicBezTo>
                    <a:pt x="18593" y="38579"/>
                    <a:pt x="18045" y="36242"/>
                    <a:pt x="18512" y="33768"/>
                  </a:cubicBezTo>
                  <a:cubicBezTo>
                    <a:pt x="18747" y="32521"/>
                    <a:pt x="19842" y="28356"/>
                    <a:pt x="24085" y="27078"/>
                  </a:cubicBezTo>
                  <a:cubicBezTo>
                    <a:pt x="32164" y="24645"/>
                    <a:pt x="36752" y="28087"/>
                    <a:pt x="37966" y="29199"/>
                  </a:cubicBezTo>
                  <a:lnTo>
                    <a:pt x="37975" y="29207"/>
                  </a:lnTo>
                  <a:cubicBezTo>
                    <a:pt x="41260" y="32217"/>
                    <a:pt x="46358" y="31990"/>
                    <a:pt x="49368" y="28706"/>
                  </a:cubicBezTo>
                  <a:cubicBezTo>
                    <a:pt x="52379" y="25421"/>
                    <a:pt x="52151" y="20315"/>
                    <a:pt x="48867" y="17304"/>
                  </a:cubicBezTo>
                  <a:cubicBezTo>
                    <a:pt x="47190" y="15769"/>
                    <a:pt x="42784" y="12286"/>
                    <a:pt x="36037" y="10788"/>
                  </a:cubicBezTo>
                  <a:lnTo>
                    <a:pt x="36037" y="8067"/>
                  </a:lnTo>
                  <a:cubicBezTo>
                    <a:pt x="36037" y="3612"/>
                    <a:pt x="32425" y="0"/>
                    <a:pt x="27970" y="0"/>
                  </a:cubicBezTo>
                  <a:cubicBezTo>
                    <a:pt x="23514" y="0"/>
                    <a:pt x="19903" y="3612"/>
                    <a:pt x="19903" y="8067"/>
                  </a:cubicBezTo>
                  <a:lnTo>
                    <a:pt x="19903" y="11499"/>
                  </a:lnTo>
                  <a:cubicBezTo>
                    <a:pt x="1024" y="16927"/>
                    <a:pt x="-3447" y="41797"/>
                    <a:pt x="9917" y="52280"/>
                  </a:cubicBezTo>
                  <a:cubicBezTo>
                    <a:pt x="14880" y="56171"/>
                    <a:pt x="21726" y="59462"/>
                    <a:pt x="33547" y="63641"/>
                  </a:cubicBezTo>
                  <a:cubicBezTo>
                    <a:pt x="41177" y="66339"/>
                    <a:pt x="41012" y="72504"/>
                    <a:pt x="40588" y="75030"/>
                  </a:cubicBezTo>
                  <a:cubicBezTo>
                    <a:pt x="39724" y="80171"/>
                    <a:pt x="35407" y="85721"/>
                    <a:pt x="27971" y="85800"/>
                  </a:cubicBezTo>
                  <a:cubicBezTo>
                    <a:pt x="20428" y="85880"/>
                    <a:pt x="18054" y="85407"/>
                    <a:pt x="12484" y="81763"/>
                  </a:cubicBezTo>
                  <a:cubicBezTo>
                    <a:pt x="8757" y="79325"/>
                    <a:pt x="3757" y="80370"/>
                    <a:pt x="1317" y="84097"/>
                  </a:cubicBezTo>
                  <a:cubicBezTo>
                    <a:pt x="-1121" y="87824"/>
                    <a:pt x="-78" y="92824"/>
                    <a:pt x="3651" y="95264"/>
                  </a:cubicBezTo>
                  <a:cubicBezTo>
                    <a:pt x="9818" y="99298"/>
                    <a:pt x="14391" y="100970"/>
                    <a:pt x="19903" y="101600"/>
                  </a:cubicBezTo>
                  <a:lnTo>
                    <a:pt x="19903" y="104871"/>
                  </a:lnTo>
                  <a:cubicBezTo>
                    <a:pt x="19903" y="109325"/>
                    <a:pt x="23514" y="112938"/>
                    <a:pt x="27970" y="112938"/>
                  </a:cubicBezTo>
                  <a:cubicBezTo>
                    <a:pt x="32425" y="112938"/>
                    <a:pt x="36037" y="109325"/>
                    <a:pt x="36037" y="104871"/>
                  </a:cubicBezTo>
                  <a:lnTo>
                    <a:pt x="36037" y="100796"/>
                  </a:lnTo>
                  <a:cubicBezTo>
                    <a:pt x="47504" y="97498"/>
                    <a:pt x="54846" y="87536"/>
                    <a:pt x="56499" y="77705"/>
                  </a:cubicBezTo>
                  <a:cubicBezTo>
                    <a:pt x="58687" y="64684"/>
                    <a:pt x="51625" y="52919"/>
                    <a:pt x="38923" y="484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</p:grpSp>
      <p:grpSp>
        <p:nvGrpSpPr>
          <p:cNvPr id="5" name="Google Shape;1613;p73">
            <a:extLst>
              <a:ext uri="{FF2B5EF4-FFF2-40B4-BE49-F238E27FC236}">
                <a16:creationId xmlns:a16="http://schemas.microsoft.com/office/drawing/2014/main" id="{C70C3074-3744-72CD-5AE9-9E6EDDA9FC39}"/>
              </a:ext>
            </a:extLst>
          </p:cNvPr>
          <p:cNvGrpSpPr/>
          <p:nvPr/>
        </p:nvGrpSpPr>
        <p:grpSpPr>
          <a:xfrm>
            <a:off x="951549" y="3241036"/>
            <a:ext cx="413029" cy="413029"/>
            <a:chOff x="2855529" y="1914747"/>
            <a:chExt cx="413029" cy="413029"/>
          </a:xfrm>
        </p:grpSpPr>
        <p:sp>
          <p:nvSpPr>
            <p:cNvPr id="6" name="Google Shape;1614;p73">
              <a:extLst>
                <a:ext uri="{FF2B5EF4-FFF2-40B4-BE49-F238E27FC236}">
                  <a16:creationId xmlns:a16="http://schemas.microsoft.com/office/drawing/2014/main" id="{B6E3C071-C427-A356-518B-BC9861BFF740}"/>
                </a:ext>
              </a:extLst>
            </p:cNvPr>
            <p:cNvSpPr/>
            <p:nvPr/>
          </p:nvSpPr>
          <p:spPr>
            <a:xfrm>
              <a:off x="2968927" y="2028145"/>
              <a:ext cx="186232" cy="186232"/>
            </a:xfrm>
            <a:custGeom>
              <a:avLst/>
              <a:gdLst/>
              <a:ahLst/>
              <a:cxnLst/>
              <a:rect l="l" t="t" r="r" b="b"/>
              <a:pathLst>
                <a:path w="186232" h="186232" extrusionOk="0">
                  <a:moveTo>
                    <a:pt x="93116" y="186233"/>
                  </a:moveTo>
                  <a:cubicBezTo>
                    <a:pt x="144460" y="186233"/>
                    <a:pt x="186233" y="144461"/>
                    <a:pt x="186233" y="93116"/>
                  </a:cubicBezTo>
                  <a:cubicBezTo>
                    <a:pt x="186233" y="41772"/>
                    <a:pt x="144460" y="0"/>
                    <a:pt x="93116" y="0"/>
                  </a:cubicBezTo>
                  <a:cubicBezTo>
                    <a:pt x="41772" y="0"/>
                    <a:pt x="0" y="41772"/>
                    <a:pt x="0" y="93116"/>
                  </a:cubicBezTo>
                  <a:cubicBezTo>
                    <a:pt x="0" y="144461"/>
                    <a:pt x="41772" y="186233"/>
                    <a:pt x="93116" y="186233"/>
                  </a:cubicBezTo>
                  <a:close/>
                  <a:moveTo>
                    <a:pt x="93116" y="16134"/>
                  </a:moveTo>
                  <a:cubicBezTo>
                    <a:pt x="135564" y="16134"/>
                    <a:pt x="170099" y="50669"/>
                    <a:pt x="170099" y="93116"/>
                  </a:cubicBezTo>
                  <a:cubicBezTo>
                    <a:pt x="170099" y="135564"/>
                    <a:pt x="135564" y="170099"/>
                    <a:pt x="93116" y="170099"/>
                  </a:cubicBezTo>
                  <a:cubicBezTo>
                    <a:pt x="50669" y="170099"/>
                    <a:pt x="16134" y="135564"/>
                    <a:pt x="16134" y="93116"/>
                  </a:cubicBezTo>
                  <a:cubicBezTo>
                    <a:pt x="16134" y="50669"/>
                    <a:pt x="50669" y="16134"/>
                    <a:pt x="93116" y="161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7" name="Google Shape;1615;p73">
              <a:extLst>
                <a:ext uri="{FF2B5EF4-FFF2-40B4-BE49-F238E27FC236}">
                  <a16:creationId xmlns:a16="http://schemas.microsoft.com/office/drawing/2014/main" id="{54049E84-E849-493B-A549-A39632CB5BA8}"/>
                </a:ext>
              </a:extLst>
            </p:cNvPr>
            <p:cNvSpPr/>
            <p:nvPr/>
          </p:nvSpPr>
          <p:spPr>
            <a:xfrm>
              <a:off x="2855529" y="1914747"/>
              <a:ext cx="413029" cy="413029"/>
            </a:xfrm>
            <a:custGeom>
              <a:avLst/>
              <a:gdLst/>
              <a:ahLst/>
              <a:cxnLst/>
              <a:rect l="l" t="t" r="r" b="b"/>
              <a:pathLst>
                <a:path w="413029" h="413029" extrusionOk="0">
                  <a:moveTo>
                    <a:pt x="372563" y="230782"/>
                  </a:moveTo>
                  <a:cubicBezTo>
                    <a:pt x="377017" y="230782"/>
                    <a:pt x="380630" y="227169"/>
                    <a:pt x="380630" y="222715"/>
                  </a:cubicBezTo>
                  <a:lnTo>
                    <a:pt x="380630" y="214581"/>
                  </a:lnTo>
                  <a:lnTo>
                    <a:pt x="404962" y="214581"/>
                  </a:lnTo>
                  <a:cubicBezTo>
                    <a:pt x="409417" y="214581"/>
                    <a:pt x="413029" y="210969"/>
                    <a:pt x="413029" y="206515"/>
                  </a:cubicBezTo>
                  <a:cubicBezTo>
                    <a:pt x="413029" y="202059"/>
                    <a:pt x="409417" y="198448"/>
                    <a:pt x="404962" y="198448"/>
                  </a:cubicBezTo>
                  <a:lnTo>
                    <a:pt x="380630" y="198448"/>
                  </a:lnTo>
                  <a:lnTo>
                    <a:pt x="380630" y="190314"/>
                  </a:lnTo>
                  <a:cubicBezTo>
                    <a:pt x="380630" y="185859"/>
                    <a:pt x="377017" y="182247"/>
                    <a:pt x="372563" y="182247"/>
                  </a:cubicBezTo>
                  <a:lnTo>
                    <a:pt x="340130" y="182247"/>
                  </a:lnTo>
                  <a:lnTo>
                    <a:pt x="340130" y="157883"/>
                  </a:lnTo>
                  <a:lnTo>
                    <a:pt x="372563" y="157883"/>
                  </a:lnTo>
                  <a:cubicBezTo>
                    <a:pt x="377017" y="157883"/>
                    <a:pt x="380630" y="154271"/>
                    <a:pt x="380630" y="149816"/>
                  </a:cubicBezTo>
                  <a:lnTo>
                    <a:pt x="380630" y="141683"/>
                  </a:lnTo>
                  <a:lnTo>
                    <a:pt x="404962" y="141683"/>
                  </a:lnTo>
                  <a:cubicBezTo>
                    <a:pt x="409417" y="141683"/>
                    <a:pt x="413029" y="138071"/>
                    <a:pt x="413029" y="133616"/>
                  </a:cubicBezTo>
                  <a:cubicBezTo>
                    <a:pt x="413029" y="129161"/>
                    <a:pt x="409417" y="125549"/>
                    <a:pt x="404962" y="125549"/>
                  </a:cubicBezTo>
                  <a:lnTo>
                    <a:pt x="380630" y="125549"/>
                  </a:lnTo>
                  <a:lnTo>
                    <a:pt x="380630" y="117416"/>
                  </a:lnTo>
                  <a:cubicBezTo>
                    <a:pt x="380630" y="112961"/>
                    <a:pt x="377017" y="109349"/>
                    <a:pt x="372563" y="109349"/>
                  </a:cubicBezTo>
                  <a:lnTo>
                    <a:pt x="340130" y="109349"/>
                  </a:lnTo>
                  <a:lnTo>
                    <a:pt x="340130" y="80966"/>
                  </a:lnTo>
                  <a:cubicBezTo>
                    <a:pt x="340130" y="76511"/>
                    <a:pt x="336518" y="72899"/>
                    <a:pt x="332063" y="72899"/>
                  </a:cubicBezTo>
                  <a:lnTo>
                    <a:pt x="303680" y="72899"/>
                  </a:lnTo>
                  <a:lnTo>
                    <a:pt x="303680" y="40466"/>
                  </a:lnTo>
                  <a:cubicBezTo>
                    <a:pt x="303680" y="36011"/>
                    <a:pt x="300069" y="32399"/>
                    <a:pt x="295613" y="32399"/>
                  </a:cubicBezTo>
                  <a:lnTo>
                    <a:pt x="287480" y="32399"/>
                  </a:lnTo>
                  <a:lnTo>
                    <a:pt x="287480" y="8067"/>
                  </a:lnTo>
                  <a:cubicBezTo>
                    <a:pt x="287480" y="3612"/>
                    <a:pt x="283868" y="0"/>
                    <a:pt x="279413" y="0"/>
                  </a:cubicBezTo>
                  <a:cubicBezTo>
                    <a:pt x="274959" y="0"/>
                    <a:pt x="271346" y="3612"/>
                    <a:pt x="271346" y="8067"/>
                  </a:cubicBezTo>
                  <a:lnTo>
                    <a:pt x="271346" y="32399"/>
                  </a:lnTo>
                  <a:lnTo>
                    <a:pt x="263213" y="32399"/>
                  </a:lnTo>
                  <a:cubicBezTo>
                    <a:pt x="258759" y="32399"/>
                    <a:pt x="255146" y="36011"/>
                    <a:pt x="255146" y="40466"/>
                  </a:cubicBezTo>
                  <a:lnTo>
                    <a:pt x="255146" y="72899"/>
                  </a:lnTo>
                  <a:lnTo>
                    <a:pt x="230782" y="72899"/>
                  </a:lnTo>
                  <a:lnTo>
                    <a:pt x="230782" y="40466"/>
                  </a:lnTo>
                  <a:cubicBezTo>
                    <a:pt x="230782" y="36011"/>
                    <a:pt x="227169" y="32399"/>
                    <a:pt x="222715" y="32399"/>
                  </a:cubicBezTo>
                  <a:lnTo>
                    <a:pt x="214581" y="32399"/>
                  </a:lnTo>
                  <a:lnTo>
                    <a:pt x="214581" y="8067"/>
                  </a:lnTo>
                  <a:cubicBezTo>
                    <a:pt x="214581" y="3612"/>
                    <a:pt x="210969" y="0"/>
                    <a:pt x="206515" y="0"/>
                  </a:cubicBezTo>
                  <a:cubicBezTo>
                    <a:pt x="202059" y="0"/>
                    <a:pt x="198448" y="3612"/>
                    <a:pt x="198448" y="8067"/>
                  </a:cubicBezTo>
                  <a:lnTo>
                    <a:pt x="198448" y="32399"/>
                  </a:lnTo>
                  <a:lnTo>
                    <a:pt x="190314" y="32399"/>
                  </a:lnTo>
                  <a:cubicBezTo>
                    <a:pt x="185859" y="32399"/>
                    <a:pt x="182247" y="36011"/>
                    <a:pt x="182247" y="40466"/>
                  </a:cubicBezTo>
                  <a:lnTo>
                    <a:pt x="182247" y="72899"/>
                  </a:lnTo>
                  <a:lnTo>
                    <a:pt x="157883" y="72899"/>
                  </a:lnTo>
                  <a:lnTo>
                    <a:pt x="157883" y="40466"/>
                  </a:lnTo>
                  <a:cubicBezTo>
                    <a:pt x="157883" y="36011"/>
                    <a:pt x="154271" y="32399"/>
                    <a:pt x="149816" y="32399"/>
                  </a:cubicBezTo>
                  <a:lnTo>
                    <a:pt x="141683" y="32399"/>
                  </a:lnTo>
                  <a:lnTo>
                    <a:pt x="141683" y="8067"/>
                  </a:lnTo>
                  <a:cubicBezTo>
                    <a:pt x="141683" y="3612"/>
                    <a:pt x="138071" y="0"/>
                    <a:pt x="133616" y="0"/>
                  </a:cubicBezTo>
                  <a:cubicBezTo>
                    <a:pt x="129161" y="0"/>
                    <a:pt x="125549" y="3612"/>
                    <a:pt x="125549" y="8067"/>
                  </a:cubicBezTo>
                  <a:lnTo>
                    <a:pt x="125549" y="32399"/>
                  </a:lnTo>
                  <a:lnTo>
                    <a:pt x="117416" y="32399"/>
                  </a:lnTo>
                  <a:cubicBezTo>
                    <a:pt x="112961" y="32399"/>
                    <a:pt x="109349" y="36011"/>
                    <a:pt x="109349" y="40466"/>
                  </a:cubicBezTo>
                  <a:lnTo>
                    <a:pt x="109349" y="72899"/>
                  </a:lnTo>
                  <a:lnTo>
                    <a:pt x="80966" y="72899"/>
                  </a:lnTo>
                  <a:cubicBezTo>
                    <a:pt x="76511" y="72899"/>
                    <a:pt x="72899" y="76511"/>
                    <a:pt x="72899" y="80966"/>
                  </a:cubicBezTo>
                  <a:lnTo>
                    <a:pt x="72899" y="109349"/>
                  </a:lnTo>
                  <a:lnTo>
                    <a:pt x="40466" y="109349"/>
                  </a:lnTo>
                  <a:cubicBezTo>
                    <a:pt x="36011" y="109349"/>
                    <a:pt x="32399" y="112961"/>
                    <a:pt x="32399" y="117416"/>
                  </a:cubicBezTo>
                  <a:lnTo>
                    <a:pt x="32399" y="125549"/>
                  </a:lnTo>
                  <a:lnTo>
                    <a:pt x="8067" y="125549"/>
                  </a:lnTo>
                  <a:cubicBezTo>
                    <a:pt x="3612" y="125549"/>
                    <a:pt x="0" y="129161"/>
                    <a:pt x="0" y="133616"/>
                  </a:cubicBezTo>
                  <a:cubicBezTo>
                    <a:pt x="0" y="138071"/>
                    <a:pt x="3612" y="141683"/>
                    <a:pt x="8067" y="141683"/>
                  </a:cubicBezTo>
                  <a:lnTo>
                    <a:pt x="32399" y="141683"/>
                  </a:lnTo>
                  <a:lnTo>
                    <a:pt x="32399" y="149816"/>
                  </a:lnTo>
                  <a:cubicBezTo>
                    <a:pt x="32399" y="154271"/>
                    <a:pt x="36011" y="157883"/>
                    <a:pt x="40466" y="157883"/>
                  </a:cubicBezTo>
                  <a:lnTo>
                    <a:pt x="72899" y="157883"/>
                  </a:lnTo>
                  <a:lnTo>
                    <a:pt x="72899" y="182247"/>
                  </a:lnTo>
                  <a:lnTo>
                    <a:pt x="40466" y="182247"/>
                  </a:lnTo>
                  <a:cubicBezTo>
                    <a:pt x="36011" y="182247"/>
                    <a:pt x="32399" y="185859"/>
                    <a:pt x="32399" y="190314"/>
                  </a:cubicBezTo>
                  <a:lnTo>
                    <a:pt x="32399" y="198448"/>
                  </a:lnTo>
                  <a:lnTo>
                    <a:pt x="8067" y="198448"/>
                  </a:lnTo>
                  <a:cubicBezTo>
                    <a:pt x="3612" y="198448"/>
                    <a:pt x="0" y="202059"/>
                    <a:pt x="0" y="206515"/>
                  </a:cubicBezTo>
                  <a:cubicBezTo>
                    <a:pt x="0" y="210969"/>
                    <a:pt x="3612" y="214581"/>
                    <a:pt x="8067" y="214581"/>
                  </a:cubicBezTo>
                  <a:lnTo>
                    <a:pt x="32399" y="214581"/>
                  </a:lnTo>
                  <a:lnTo>
                    <a:pt x="32399" y="222715"/>
                  </a:lnTo>
                  <a:cubicBezTo>
                    <a:pt x="32399" y="227169"/>
                    <a:pt x="36011" y="230782"/>
                    <a:pt x="40466" y="230782"/>
                  </a:cubicBezTo>
                  <a:lnTo>
                    <a:pt x="72899" y="230782"/>
                  </a:lnTo>
                  <a:lnTo>
                    <a:pt x="72899" y="255146"/>
                  </a:lnTo>
                  <a:lnTo>
                    <a:pt x="40466" y="255146"/>
                  </a:lnTo>
                  <a:cubicBezTo>
                    <a:pt x="36011" y="255146"/>
                    <a:pt x="32399" y="258759"/>
                    <a:pt x="32399" y="263213"/>
                  </a:cubicBezTo>
                  <a:lnTo>
                    <a:pt x="32399" y="271346"/>
                  </a:lnTo>
                  <a:lnTo>
                    <a:pt x="8067" y="271346"/>
                  </a:lnTo>
                  <a:cubicBezTo>
                    <a:pt x="3612" y="271346"/>
                    <a:pt x="0" y="274959"/>
                    <a:pt x="0" y="279413"/>
                  </a:cubicBezTo>
                  <a:cubicBezTo>
                    <a:pt x="0" y="283868"/>
                    <a:pt x="3612" y="287480"/>
                    <a:pt x="8067" y="287480"/>
                  </a:cubicBezTo>
                  <a:lnTo>
                    <a:pt x="32399" y="287480"/>
                  </a:lnTo>
                  <a:lnTo>
                    <a:pt x="32399" y="295613"/>
                  </a:lnTo>
                  <a:cubicBezTo>
                    <a:pt x="32399" y="300069"/>
                    <a:pt x="36011" y="303680"/>
                    <a:pt x="40466" y="303680"/>
                  </a:cubicBezTo>
                  <a:lnTo>
                    <a:pt x="72899" y="303680"/>
                  </a:lnTo>
                  <a:lnTo>
                    <a:pt x="72899" y="332063"/>
                  </a:lnTo>
                  <a:cubicBezTo>
                    <a:pt x="72899" y="336518"/>
                    <a:pt x="76511" y="340130"/>
                    <a:pt x="80966" y="340130"/>
                  </a:cubicBezTo>
                  <a:lnTo>
                    <a:pt x="109349" y="340130"/>
                  </a:lnTo>
                  <a:lnTo>
                    <a:pt x="109349" y="372563"/>
                  </a:lnTo>
                  <a:cubicBezTo>
                    <a:pt x="109349" y="377017"/>
                    <a:pt x="112961" y="380630"/>
                    <a:pt x="117416" y="380630"/>
                  </a:cubicBezTo>
                  <a:lnTo>
                    <a:pt x="125549" y="380630"/>
                  </a:lnTo>
                  <a:lnTo>
                    <a:pt x="125549" y="404962"/>
                  </a:lnTo>
                  <a:cubicBezTo>
                    <a:pt x="125549" y="409417"/>
                    <a:pt x="129161" y="413029"/>
                    <a:pt x="133616" y="413029"/>
                  </a:cubicBezTo>
                  <a:cubicBezTo>
                    <a:pt x="138071" y="413029"/>
                    <a:pt x="141683" y="409417"/>
                    <a:pt x="141683" y="404962"/>
                  </a:cubicBezTo>
                  <a:lnTo>
                    <a:pt x="141683" y="380630"/>
                  </a:lnTo>
                  <a:lnTo>
                    <a:pt x="149816" y="380630"/>
                  </a:lnTo>
                  <a:cubicBezTo>
                    <a:pt x="154271" y="380630"/>
                    <a:pt x="157883" y="377017"/>
                    <a:pt x="157883" y="372563"/>
                  </a:cubicBezTo>
                  <a:lnTo>
                    <a:pt x="157883" y="340130"/>
                  </a:lnTo>
                  <a:lnTo>
                    <a:pt x="182247" y="340130"/>
                  </a:lnTo>
                  <a:lnTo>
                    <a:pt x="182247" y="372563"/>
                  </a:lnTo>
                  <a:cubicBezTo>
                    <a:pt x="182247" y="377017"/>
                    <a:pt x="185859" y="380630"/>
                    <a:pt x="190314" y="380630"/>
                  </a:cubicBezTo>
                  <a:lnTo>
                    <a:pt x="198448" y="380630"/>
                  </a:lnTo>
                  <a:lnTo>
                    <a:pt x="198448" y="404962"/>
                  </a:lnTo>
                  <a:cubicBezTo>
                    <a:pt x="198448" y="409417"/>
                    <a:pt x="202059" y="413029"/>
                    <a:pt x="206515" y="413029"/>
                  </a:cubicBezTo>
                  <a:cubicBezTo>
                    <a:pt x="210969" y="413029"/>
                    <a:pt x="214581" y="409417"/>
                    <a:pt x="214581" y="404962"/>
                  </a:cubicBezTo>
                  <a:lnTo>
                    <a:pt x="214581" y="380630"/>
                  </a:lnTo>
                  <a:lnTo>
                    <a:pt x="222715" y="380630"/>
                  </a:lnTo>
                  <a:cubicBezTo>
                    <a:pt x="227169" y="380630"/>
                    <a:pt x="230782" y="377017"/>
                    <a:pt x="230782" y="372563"/>
                  </a:cubicBezTo>
                  <a:lnTo>
                    <a:pt x="230782" y="340130"/>
                  </a:lnTo>
                  <a:lnTo>
                    <a:pt x="255146" y="340130"/>
                  </a:lnTo>
                  <a:lnTo>
                    <a:pt x="255146" y="372563"/>
                  </a:lnTo>
                  <a:cubicBezTo>
                    <a:pt x="255146" y="377017"/>
                    <a:pt x="258759" y="380630"/>
                    <a:pt x="263213" y="380630"/>
                  </a:cubicBezTo>
                  <a:lnTo>
                    <a:pt x="271346" y="380630"/>
                  </a:lnTo>
                  <a:lnTo>
                    <a:pt x="271346" y="404962"/>
                  </a:lnTo>
                  <a:cubicBezTo>
                    <a:pt x="271346" y="409417"/>
                    <a:pt x="274959" y="413029"/>
                    <a:pt x="279413" y="413029"/>
                  </a:cubicBezTo>
                  <a:cubicBezTo>
                    <a:pt x="283868" y="413029"/>
                    <a:pt x="287480" y="409417"/>
                    <a:pt x="287480" y="404962"/>
                  </a:cubicBezTo>
                  <a:lnTo>
                    <a:pt x="287480" y="380630"/>
                  </a:lnTo>
                  <a:lnTo>
                    <a:pt x="295613" y="380630"/>
                  </a:lnTo>
                  <a:cubicBezTo>
                    <a:pt x="300069" y="380630"/>
                    <a:pt x="303680" y="377017"/>
                    <a:pt x="303680" y="372563"/>
                  </a:cubicBezTo>
                  <a:lnTo>
                    <a:pt x="303680" y="340130"/>
                  </a:lnTo>
                  <a:lnTo>
                    <a:pt x="332063" y="340130"/>
                  </a:lnTo>
                  <a:cubicBezTo>
                    <a:pt x="336518" y="340130"/>
                    <a:pt x="340130" y="336518"/>
                    <a:pt x="340130" y="332063"/>
                  </a:cubicBezTo>
                  <a:lnTo>
                    <a:pt x="340130" y="303680"/>
                  </a:lnTo>
                  <a:lnTo>
                    <a:pt x="372563" y="303680"/>
                  </a:lnTo>
                  <a:cubicBezTo>
                    <a:pt x="377017" y="303680"/>
                    <a:pt x="380630" y="300069"/>
                    <a:pt x="380630" y="295613"/>
                  </a:cubicBezTo>
                  <a:lnTo>
                    <a:pt x="380630" y="287480"/>
                  </a:lnTo>
                  <a:lnTo>
                    <a:pt x="404962" y="287480"/>
                  </a:lnTo>
                  <a:cubicBezTo>
                    <a:pt x="409417" y="287480"/>
                    <a:pt x="413029" y="283868"/>
                    <a:pt x="413029" y="279413"/>
                  </a:cubicBezTo>
                  <a:cubicBezTo>
                    <a:pt x="413029" y="274959"/>
                    <a:pt x="409417" y="271346"/>
                    <a:pt x="404962" y="271346"/>
                  </a:cubicBezTo>
                  <a:lnTo>
                    <a:pt x="380630" y="271346"/>
                  </a:lnTo>
                  <a:lnTo>
                    <a:pt x="380630" y="263213"/>
                  </a:lnTo>
                  <a:cubicBezTo>
                    <a:pt x="380630" y="258759"/>
                    <a:pt x="377017" y="255146"/>
                    <a:pt x="372563" y="255146"/>
                  </a:cubicBezTo>
                  <a:lnTo>
                    <a:pt x="340130" y="255146"/>
                  </a:lnTo>
                  <a:lnTo>
                    <a:pt x="340130" y="230782"/>
                  </a:lnTo>
                  <a:close/>
                  <a:moveTo>
                    <a:pt x="340130" y="125483"/>
                  </a:moveTo>
                  <a:lnTo>
                    <a:pt x="364496" y="125483"/>
                  </a:lnTo>
                  <a:lnTo>
                    <a:pt x="364496" y="141749"/>
                  </a:lnTo>
                  <a:lnTo>
                    <a:pt x="340130" y="141749"/>
                  </a:lnTo>
                  <a:close/>
                  <a:moveTo>
                    <a:pt x="340130" y="198381"/>
                  </a:moveTo>
                  <a:lnTo>
                    <a:pt x="364496" y="198381"/>
                  </a:lnTo>
                  <a:lnTo>
                    <a:pt x="364496" y="214648"/>
                  </a:lnTo>
                  <a:lnTo>
                    <a:pt x="340130" y="214648"/>
                  </a:lnTo>
                  <a:close/>
                  <a:moveTo>
                    <a:pt x="72899" y="287546"/>
                  </a:moveTo>
                  <a:lnTo>
                    <a:pt x="48533" y="287546"/>
                  </a:lnTo>
                  <a:lnTo>
                    <a:pt x="48533" y="271280"/>
                  </a:lnTo>
                  <a:lnTo>
                    <a:pt x="72899" y="271280"/>
                  </a:lnTo>
                  <a:close/>
                  <a:moveTo>
                    <a:pt x="72899" y="214648"/>
                  </a:moveTo>
                  <a:lnTo>
                    <a:pt x="48533" y="214648"/>
                  </a:lnTo>
                  <a:lnTo>
                    <a:pt x="48533" y="198381"/>
                  </a:lnTo>
                  <a:lnTo>
                    <a:pt x="72899" y="198381"/>
                  </a:lnTo>
                  <a:close/>
                  <a:moveTo>
                    <a:pt x="72899" y="141749"/>
                  </a:moveTo>
                  <a:lnTo>
                    <a:pt x="48533" y="141749"/>
                  </a:lnTo>
                  <a:lnTo>
                    <a:pt x="48533" y="125483"/>
                  </a:lnTo>
                  <a:lnTo>
                    <a:pt x="72899" y="125483"/>
                  </a:lnTo>
                  <a:close/>
                  <a:moveTo>
                    <a:pt x="271280" y="48533"/>
                  </a:moveTo>
                  <a:lnTo>
                    <a:pt x="287546" y="48533"/>
                  </a:lnTo>
                  <a:lnTo>
                    <a:pt x="287546" y="72899"/>
                  </a:lnTo>
                  <a:lnTo>
                    <a:pt x="271280" y="72899"/>
                  </a:lnTo>
                  <a:close/>
                  <a:moveTo>
                    <a:pt x="198381" y="48533"/>
                  </a:moveTo>
                  <a:lnTo>
                    <a:pt x="214648" y="48533"/>
                  </a:lnTo>
                  <a:lnTo>
                    <a:pt x="214648" y="72899"/>
                  </a:lnTo>
                  <a:lnTo>
                    <a:pt x="198381" y="72899"/>
                  </a:lnTo>
                  <a:close/>
                  <a:moveTo>
                    <a:pt x="125483" y="48533"/>
                  </a:moveTo>
                  <a:lnTo>
                    <a:pt x="141749" y="48533"/>
                  </a:lnTo>
                  <a:lnTo>
                    <a:pt x="141749" y="72899"/>
                  </a:lnTo>
                  <a:lnTo>
                    <a:pt x="125483" y="72899"/>
                  </a:lnTo>
                  <a:close/>
                  <a:moveTo>
                    <a:pt x="141749" y="364496"/>
                  </a:moveTo>
                  <a:lnTo>
                    <a:pt x="125483" y="364496"/>
                  </a:lnTo>
                  <a:lnTo>
                    <a:pt x="125483" y="340130"/>
                  </a:lnTo>
                  <a:lnTo>
                    <a:pt x="141749" y="340130"/>
                  </a:lnTo>
                  <a:close/>
                  <a:moveTo>
                    <a:pt x="214648" y="364496"/>
                  </a:moveTo>
                  <a:lnTo>
                    <a:pt x="198381" y="364496"/>
                  </a:lnTo>
                  <a:lnTo>
                    <a:pt x="198381" y="340130"/>
                  </a:lnTo>
                  <a:lnTo>
                    <a:pt x="214648" y="340130"/>
                  </a:lnTo>
                  <a:close/>
                  <a:moveTo>
                    <a:pt x="287546" y="364496"/>
                  </a:moveTo>
                  <a:lnTo>
                    <a:pt x="271280" y="364496"/>
                  </a:lnTo>
                  <a:lnTo>
                    <a:pt x="271280" y="340130"/>
                  </a:lnTo>
                  <a:lnTo>
                    <a:pt x="287546" y="340130"/>
                  </a:lnTo>
                  <a:close/>
                  <a:moveTo>
                    <a:pt x="323996" y="323996"/>
                  </a:moveTo>
                  <a:lnTo>
                    <a:pt x="89033" y="323996"/>
                  </a:lnTo>
                  <a:lnTo>
                    <a:pt x="89033" y="89033"/>
                  </a:lnTo>
                  <a:lnTo>
                    <a:pt x="323996" y="89033"/>
                  </a:lnTo>
                  <a:close/>
                  <a:moveTo>
                    <a:pt x="364496" y="271280"/>
                  </a:moveTo>
                  <a:lnTo>
                    <a:pt x="364496" y="287546"/>
                  </a:lnTo>
                  <a:lnTo>
                    <a:pt x="340130" y="287546"/>
                  </a:lnTo>
                  <a:lnTo>
                    <a:pt x="340130" y="271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8" name="Google Shape;1616;p73">
              <a:extLst>
                <a:ext uri="{FF2B5EF4-FFF2-40B4-BE49-F238E27FC236}">
                  <a16:creationId xmlns:a16="http://schemas.microsoft.com/office/drawing/2014/main" id="{0339B8E4-9F3E-19A0-E977-057190564093}"/>
                </a:ext>
              </a:extLst>
            </p:cNvPr>
            <p:cNvSpPr/>
            <p:nvPr/>
          </p:nvSpPr>
          <p:spPr>
            <a:xfrm>
              <a:off x="3033598" y="2064792"/>
              <a:ext cx="56893" cy="112937"/>
            </a:xfrm>
            <a:custGeom>
              <a:avLst/>
              <a:gdLst/>
              <a:ahLst/>
              <a:cxnLst/>
              <a:rect l="l" t="t" r="r" b="b"/>
              <a:pathLst>
                <a:path w="56893" h="112937" extrusionOk="0">
                  <a:moveTo>
                    <a:pt x="3651" y="95264"/>
                  </a:moveTo>
                  <a:cubicBezTo>
                    <a:pt x="9819" y="99298"/>
                    <a:pt x="14392" y="100971"/>
                    <a:pt x="19903" y="101600"/>
                  </a:cubicBezTo>
                  <a:lnTo>
                    <a:pt x="19903" y="104871"/>
                  </a:lnTo>
                  <a:cubicBezTo>
                    <a:pt x="19903" y="109326"/>
                    <a:pt x="23514" y="112938"/>
                    <a:pt x="27970" y="112938"/>
                  </a:cubicBezTo>
                  <a:cubicBezTo>
                    <a:pt x="32425" y="112938"/>
                    <a:pt x="36037" y="109326"/>
                    <a:pt x="36037" y="104871"/>
                  </a:cubicBezTo>
                  <a:lnTo>
                    <a:pt x="36037" y="100796"/>
                  </a:lnTo>
                  <a:cubicBezTo>
                    <a:pt x="47504" y="97498"/>
                    <a:pt x="54846" y="87536"/>
                    <a:pt x="56499" y="77705"/>
                  </a:cubicBezTo>
                  <a:cubicBezTo>
                    <a:pt x="58688" y="64683"/>
                    <a:pt x="51625" y="52919"/>
                    <a:pt x="38923" y="48430"/>
                  </a:cubicBezTo>
                  <a:cubicBezTo>
                    <a:pt x="31928" y="45957"/>
                    <a:pt x="24195" y="42972"/>
                    <a:pt x="19874" y="39584"/>
                  </a:cubicBezTo>
                  <a:cubicBezTo>
                    <a:pt x="18594" y="38579"/>
                    <a:pt x="18047" y="36242"/>
                    <a:pt x="18514" y="33768"/>
                  </a:cubicBezTo>
                  <a:cubicBezTo>
                    <a:pt x="18748" y="32521"/>
                    <a:pt x="19843" y="28355"/>
                    <a:pt x="24085" y="27078"/>
                  </a:cubicBezTo>
                  <a:cubicBezTo>
                    <a:pt x="32372" y="24582"/>
                    <a:pt x="37102" y="28406"/>
                    <a:pt x="37966" y="29198"/>
                  </a:cubicBezTo>
                  <a:cubicBezTo>
                    <a:pt x="37966" y="29198"/>
                    <a:pt x="37974" y="29206"/>
                    <a:pt x="37974" y="29206"/>
                  </a:cubicBezTo>
                  <a:cubicBezTo>
                    <a:pt x="41259" y="32215"/>
                    <a:pt x="46358" y="31991"/>
                    <a:pt x="49368" y="28707"/>
                  </a:cubicBezTo>
                  <a:cubicBezTo>
                    <a:pt x="52379" y="25424"/>
                    <a:pt x="52153" y="20317"/>
                    <a:pt x="48870" y="17306"/>
                  </a:cubicBezTo>
                  <a:cubicBezTo>
                    <a:pt x="47193" y="15769"/>
                    <a:pt x="42787" y="12284"/>
                    <a:pt x="36038" y="10786"/>
                  </a:cubicBezTo>
                  <a:lnTo>
                    <a:pt x="36038" y="8067"/>
                  </a:lnTo>
                  <a:cubicBezTo>
                    <a:pt x="36038" y="3612"/>
                    <a:pt x="32426" y="0"/>
                    <a:pt x="27971" y="0"/>
                  </a:cubicBezTo>
                  <a:cubicBezTo>
                    <a:pt x="23515" y="0"/>
                    <a:pt x="19904" y="3612"/>
                    <a:pt x="19904" y="8067"/>
                  </a:cubicBezTo>
                  <a:lnTo>
                    <a:pt x="19904" y="11499"/>
                  </a:lnTo>
                  <a:cubicBezTo>
                    <a:pt x="1022" y="16914"/>
                    <a:pt x="-3452" y="41793"/>
                    <a:pt x="9918" y="52280"/>
                  </a:cubicBezTo>
                  <a:cubicBezTo>
                    <a:pt x="14880" y="56171"/>
                    <a:pt x="21727" y="59463"/>
                    <a:pt x="33548" y="63641"/>
                  </a:cubicBezTo>
                  <a:cubicBezTo>
                    <a:pt x="41177" y="66339"/>
                    <a:pt x="41013" y="72505"/>
                    <a:pt x="40590" y="75031"/>
                  </a:cubicBezTo>
                  <a:cubicBezTo>
                    <a:pt x="39725" y="80170"/>
                    <a:pt x="35408" y="85722"/>
                    <a:pt x="27972" y="85800"/>
                  </a:cubicBezTo>
                  <a:cubicBezTo>
                    <a:pt x="20471" y="85879"/>
                    <a:pt x="18139" y="85462"/>
                    <a:pt x="12485" y="81763"/>
                  </a:cubicBezTo>
                  <a:cubicBezTo>
                    <a:pt x="8757" y="79325"/>
                    <a:pt x="3758" y="80370"/>
                    <a:pt x="1318" y="84097"/>
                  </a:cubicBezTo>
                  <a:cubicBezTo>
                    <a:pt x="-1122" y="87824"/>
                    <a:pt x="-77" y="92824"/>
                    <a:pt x="3651" y="952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</p:grpSp>
      <p:grpSp>
        <p:nvGrpSpPr>
          <p:cNvPr id="9" name="Google Shape;1756;p73">
            <a:extLst>
              <a:ext uri="{FF2B5EF4-FFF2-40B4-BE49-F238E27FC236}">
                <a16:creationId xmlns:a16="http://schemas.microsoft.com/office/drawing/2014/main" id="{AE04ACCF-B837-B788-54B8-BF57DF8377EB}"/>
              </a:ext>
            </a:extLst>
          </p:cNvPr>
          <p:cNvGrpSpPr/>
          <p:nvPr/>
        </p:nvGrpSpPr>
        <p:grpSpPr>
          <a:xfrm>
            <a:off x="1001460" y="1662034"/>
            <a:ext cx="413029" cy="404928"/>
            <a:chOff x="6287401" y="3168701"/>
            <a:chExt cx="413029" cy="404928"/>
          </a:xfrm>
        </p:grpSpPr>
        <p:sp>
          <p:nvSpPr>
            <p:cNvPr id="10" name="Google Shape;1757;p73">
              <a:extLst>
                <a:ext uri="{FF2B5EF4-FFF2-40B4-BE49-F238E27FC236}">
                  <a16:creationId xmlns:a16="http://schemas.microsoft.com/office/drawing/2014/main" id="{0E81B6A4-E708-AFB3-8556-E6B233E75F56}"/>
                </a:ext>
              </a:extLst>
            </p:cNvPr>
            <p:cNvSpPr/>
            <p:nvPr/>
          </p:nvSpPr>
          <p:spPr>
            <a:xfrm>
              <a:off x="6327901" y="3209204"/>
              <a:ext cx="16133" cy="16133"/>
            </a:xfrm>
            <a:custGeom>
              <a:avLst/>
              <a:gdLst/>
              <a:ahLst/>
              <a:cxnLst/>
              <a:rect l="l" t="t" r="r" b="b"/>
              <a:pathLst>
                <a:path w="16133" h="16133" extrusionOk="0">
                  <a:moveTo>
                    <a:pt x="8063" y="0"/>
                  </a:moveTo>
                  <a:cubicBezTo>
                    <a:pt x="3564" y="0"/>
                    <a:pt x="0" y="3675"/>
                    <a:pt x="0" y="8059"/>
                  </a:cubicBezTo>
                  <a:cubicBezTo>
                    <a:pt x="0" y="12604"/>
                    <a:pt x="3708" y="16134"/>
                    <a:pt x="8063" y="16134"/>
                  </a:cubicBezTo>
                  <a:cubicBezTo>
                    <a:pt x="12488" y="16134"/>
                    <a:pt x="16134" y="12541"/>
                    <a:pt x="16134" y="8059"/>
                  </a:cubicBezTo>
                  <a:cubicBezTo>
                    <a:pt x="16134" y="3704"/>
                    <a:pt x="12605" y="0"/>
                    <a:pt x="80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1" name="Google Shape;1758;p73">
              <a:extLst>
                <a:ext uri="{FF2B5EF4-FFF2-40B4-BE49-F238E27FC236}">
                  <a16:creationId xmlns:a16="http://schemas.microsoft.com/office/drawing/2014/main" id="{8D28F973-A61B-ADD1-8B26-0E3F89B171E2}"/>
                </a:ext>
              </a:extLst>
            </p:cNvPr>
            <p:cNvSpPr/>
            <p:nvPr/>
          </p:nvSpPr>
          <p:spPr>
            <a:xfrm>
              <a:off x="6368401" y="3209204"/>
              <a:ext cx="16133" cy="16133"/>
            </a:xfrm>
            <a:custGeom>
              <a:avLst/>
              <a:gdLst/>
              <a:ahLst/>
              <a:cxnLst/>
              <a:rect l="l" t="t" r="r" b="b"/>
              <a:pathLst>
                <a:path w="16133" h="16133" extrusionOk="0">
                  <a:moveTo>
                    <a:pt x="8067" y="0"/>
                  </a:moveTo>
                  <a:cubicBezTo>
                    <a:pt x="3683" y="0"/>
                    <a:pt x="0" y="3672"/>
                    <a:pt x="0" y="8059"/>
                  </a:cubicBezTo>
                  <a:cubicBezTo>
                    <a:pt x="0" y="12450"/>
                    <a:pt x="3673" y="16134"/>
                    <a:pt x="8067" y="16134"/>
                  </a:cubicBezTo>
                  <a:cubicBezTo>
                    <a:pt x="12459" y="16134"/>
                    <a:pt x="16134" y="12450"/>
                    <a:pt x="16134" y="8059"/>
                  </a:cubicBezTo>
                  <a:cubicBezTo>
                    <a:pt x="16134" y="3672"/>
                    <a:pt x="12451" y="0"/>
                    <a:pt x="80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2" name="Google Shape;1759;p73">
              <a:extLst>
                <a:ext uri="{FF2B5EF4-FFF2-40B4-BE49-F238E27FC236}">
                  <a16:creationId xmlns:a16="http://schemas.microsoft.com/office/drawing/2014/main" id="{9DE03F96-51D4-59E3-0B0E-134DA4421729}"/>
                </a:ext>
              </a:extLst>
            </p:cNvPr>
            <p:cNvSpPr/>
            <p:nvPr/>
          </p:nvSpPr>
          <p:spPr>
            <a:xfrm>
              <a:off x="6408899" y="3209200"/>
              <a:ext cx="178131" cy="16133"/>
            </a:xfrm>
            <a:custGeom>
              <a:avLst/>
              <a:gdLst/>
              <a:ahLst/>
              <a:cxnLst/>
              <a:rect l="l" t="t" r="r" b="b"/>
              <a:pathLst>
                <a:path w="178131" h="16133" extrusionOk="0">
                  <a:moveTo>
                    <a:pt x="170065" y="0"/>
                  </a:move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cubicBezTo>
                    <a:pt x="0" y="12522"/>
                    <a:pt x="3612" y="16134"/>
                    <a:pt x="8067" y="16134"/>
                  </a:cubicBezTo>
                  <a:lnTo>
                    <a:pt x="170065" y="16134"/>
                  </a:lnTo>
                  <a:cubicBezTo>
                    <a:pt x="174520" y="16134"/>
                    <a:pt x="178132" y="12522"/>
                    <a:pt x="178132" y="8067"/>
                  </a:cubicBezTo>
                  <a:cubicBezTo>
                    <a:pt x="178132" y="3612"/>
                    <a:pt x="174521" y="0"/>
                    <a:pt x="1700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3" name="Google Shape;1760;p73">
              <a:extLst>
                <a:ext uri="{FF2B5EF4-FFF2-40B4-BE49-F238E27FC236}">
                  <a16:creationId xmlns:a16="http://schemas.microsoft.com/office/drawing/2014/main" id="{0F430C74-5E25-7861-831A-3E1795F91F57}"/>
                </a:ext>
              </a:extLst>
            </p:cNvPr>
            <p:cNvSpPr/>
            <p:nvPr/>
          </p:nvSpPr>
          <p:spPr>
            <a:xfrm>
              <a:off x="6287401" y="3168701"/>
              <a:ext cx="413029" cy="404928"/>
            </a:xfrm>
            <a:custGeom>
              <a:avLst/>
              <a:gdLst/>
              <a:ahLst/>
              <a:cxnLst/>
              <a:rect l="l" t="t" r="r" b="b"/>
              <a:pathLst>
                <a:path w="413029" h="404928" extrusionOk="0">
                  <a:moveTo>
                    <a:pt x="404962" y="295646"/>
                  </a:moveTo>
                  <a:lnTo>
                    <a:pt x="392407" y="295646"/>
                  </a:lnTo>
                  <a:cubicBezTo>
                    <a:pt x="391884" y="294259"/>
                    <a:pt x="391316" y="292890"/>
                    <a:pt x="390704" y="291540"/>
                  </a:cubicBezTo>
                  <a:lnTo>
                    <a:pt x="399584" y="282660"/>
                  </a:lnTo>
                  <a:cubicBezTo>
                    <a:pt x="402734" y="279510"/>
                    <a:pt x="402734" y="274402"/>
                    <a:pt x="399583" y="271251"/>
                  </a:cubicBezTo>
                  <a:lnTo>
                    <a:pt x="376673" y="248342"/>
                  </a:lnTo>
                  <a:cubicBezTo>
                    <a:pt x="373523" y="245192"/>
                    <a:pt x="368415" y="245192"/>
                    <a:pt x="365264" y="248342"/>
                  </a:cubicBezTo>
                  <a:lnTo>
                    <a:pt x="356386" y="257221"/>
                  </a:lnTo>
                  <a:cubicBezTo>
                    <a:pt x="355036" y="256609"/>
                    <a:pt x="353666" y="256041"/>
                    <a:pt x="352279" y="255518"/>
                  </a:cubicBezTo>
                  <a:lnTo>
                    <a:pt x="352279" y="242964"/>
                  </a:lnTo>
                  <a:cubicBezTo>
                    <a:pt x="352279" y="238510"/>
                    <a:pt x="348667" y="234897"/>
                    <a:pt x="344212" y="234897"/>
                  </a:cubicBezTo>
                  <a:lnTo>
                    <a:pt x="340129" y="234897"/>
                  </a:lnTo>
                  <a:lnTo>
                    <a:pt x="340129" y="44517"/>
                  </a:lnTo>
                  <a:cubicBezTo>
                    <a:pt x="340129" y="19970"/>
                    <a:pt x="320160" y="0"/>
                    <a:pt x="295613" y="0"/>
                  </a:cubicBezTo>
                  <a:lnTo>
                    <a:pt x="44517" y="0"/>
                  </a:lnTo>
                  <a:cubicBezTo>
                    <a:pt x="19970" y="0"/>
                    <a:pt x="0" y="19969"/>
                    <a:pt x="0" y="44516"/>
                  </a:cubicBezTo>
                  <a:lnTo>
                    <a:pt x="0" y="279413"/>
                  </a:lnTo>
                  <a:cubicBezTo>
                    <a:pt x="0" y="303960"/>
                    <a:pt x="19970" y="323930"/>
                    <a:pt x="44517" y="323930"/>
                  </a:cubicBezTo>
                  <a:lnTo>
                    <a:pt x="242997" y="323930"/>
                  </a:lnTo>
                  <a:lnTo>
                    <a:pt x="242997" y="336114"/>
                  </a:lnTo>
                  <a:cubicBezTo>
                    <a:pt x="242997" y="340568"/>
                    <a:pt x="246609" y="344181"/>
                    <a:pt x="251064" y="344181"/>
                  </a:cubicBezTo>
                  <a:lnTo>
                    <a:pt x="263618" y="344181"/>
                  </a:lnTo>
                  <a:cubicBezTo>
                    <a:pt x="264141" y="345567"/>
                    <a:pt x="264709" y="346937"/>
                    <a:pt x="265320" y="348288"/>
                  </a:cubicBezTo>
                  <a:lnTo>
                    <a:pt x="256442" y="357166"/>
                  </a:lnTo>
                  <a:cubicBezTo>
                    <a:pt x="253292" y="360316"/>
                    <a:pt x="253292" y="365424"/>
                    <a:pt x="256442" y="368575"/>
                  </a:cubicBezTo>
                  <a:lnTo>
                    <a:pt x="279351" y="391485"/>
                  </a:lnTo>
                  <a:cubicBezTo>
                    <a:pt x="282502" y="394634"/>
                    <a:pt x="287610" y="394636"/>
                    <a:pt x="290760" y="391485"/>
                  </a:cubicBezTo>
                  <a:lnTo>
                    <a:pt x="299638" y="382606"/>
                  </a:lnTo>
                  <a:cubicBezTo>
                    <a:pt x="300988" y="383218"/>
                    <a:pt x="302358" y="383785"/>
                    <a:pt x="303745" y="384309"/>
                  </a:cubicBezTo>
                  <a:lnTo>
                    <a:pt x="303745" y="396862"/>
                  </a:lnTo>
                  <a:cubicBezTo>
                    <a:pt x="303745" y="401317"/>
                    <a:pt x="307357" y="404929"/>
                    <a:pt x="311812" y="404929"/>
                  </a:cubicBezTo>
                  <a:lnTo>
                    <a:pt x="344211" y="404929"/>
                  </a:lnTo>
                  <a:cubicBezTo>
                    <a:pt x="348667" y="404929"/>
                    <a:pt x="352278" y="401317"/>
                    <a:pt x="352278" y="396862"/>
                  </a:cubicBezTo>
                  <a:lnTo>
                    <a:pt x="352278" y="384309"/>
                  </a:lnTo>
                  <a:cubicBezTo>
                    <a:pt x="353665" y="383785"/>
                    <a:pt x="355036" y="383218"/>
                    <a:pt x="356385" y="382606"/>
                  </a:cubicBezTo>
                  <a:lnTo>
                    <a:pt x="365264" y="391485"/>
                  </a:lnTo>
                  <a:cubicBezTo>
                    <a:pt x="368415" y="394634"/>
                    <a:pt x="373523" y="394636"/>
                    <a:pt x="376672" y="391485"/>
                  </a:cubicBezTo>
                  <a:lnTo>
                    <a:pt x="399582" y="368575"/>
                  </a:lnTo>
                  <a:cubicBezTo>
                    <a:pt x="402732" y="365425"/>
                    <a:pt x="402733" y="360317"/>
                    <a:pt x="399583" y="357166"/>
                  </a:cubicBezTo>
                  <a:lnTo>
                    <a:pt x="390704" y="348287"/>
                  </a:lnTo>
                  <a:cubicBezTo>
                    <a:pt x="391316" y="346936"/>
                    <a:pt x="391883" y="345567"/>
                    <a:pt x="392407" y="344181"/>
                  </a:cubicBezTo>
                  <a:lnTo>
                    <a:pt x="404962" y="344181"/>
                  </a:lnTo>
                  <a:cubicBezTo>
                    <a:pt x="409417" y="344181"/>
                    <a:pt x="413029" y="340568"/>
                    <a:pt x="413029" y="336114"/>
                  </a:cubicBezTo>
                  <a:lnTo>
                    <a:pt x="413029" y="303713"/>
                  </a:lnTo>
                  <a:cubicBezTo>
                    <a:pt x="413029" y="299257"/>
                    <a:pt x="409417" y="295646"/>
                    <a:pt x="404962" y="295646"/>
                  </a:cubicBezTo>
                  <a:close/>
                  <a:moveTo>
                    <a:pt x="16134" y="44516"/>
                  </a:moveTo>
                  <a:cubicBezTo>
                    <a:pt x="16134" y="28866"/>
                    <a:pt x="28866" y="16133"/>
                    <a:pt x="44517" y="16133"/>
                  </a:cubicBezTo>
                  <a:lnTo>
                    <a:pt x="295613" y="16133"/>
                  </a:lnTo>
                  <a:cubicBezTo>
                    <a:pt x="311263" y="16133"/>
                    <a:pt x="323996" y="28865"/>
                    <a:pt x="323996" y="44516"/>
                  </a:cubicBezTo>
                  <a:lnTo>
                    <a:pt x="323996" y="80999"/>
                  </a:lnTo>
                  <a:lnTo>
                    <a:pt x="16134" y="80999"/>
                  </a:lnTo>
                  <a:close/>
                  <a:moveTo>
                    <a:pt x="242997" y="303713"/>
                  </a:moveTo>
                  <a:lnTo>
                    <a:pt x="242997" y="307795"/>
                  </a:lnTo>
                  <a:lnTo>
                    <a:pt x="44517" y="307795"/>
                  </a:lnTo>
                  <a:cubicBezTo>
                    <a:pt x="28867" y="307795"/>
                    <a:pt x="16134" y="295063"/>
                    <a:pt x="16134" y="279413"/>
                  </a:cubicBezTo>
                  <a:lnTo>
                    <a:pt x="16134" y="97133"/>
                  </a:lnTo>
                  <a:lnTo>
                    <a:pt x="323996" y="97133"/>
                  </a:lnTo>
                  <a:lnTo>
                    <a:pt x="323996" y="234897"/>
                  </a:lnTo>
                  <a:lnTo>
                    <a:pt x="311814" y="234897"/>
                  </a:lnTo>
                  <a:cubicBezTo>
                    <a:pt x="307358" y="234897"/>
                    <a:pt x="303747" y="238509"/>
                    <a:pt x="303747" y="242964"/>
                  </a:cubicBezTo>
                  <a:lnTo>
                    <a:pt x="303747" y="255517"/>
                  </a:lnTo>
                  <a:cubicBezTo>
                    <a:pt x="302360" y="256040"/>
                    <a:pt x="300990" y="256609"/>
                    <a:pt x="299640" y="257220"/>
                  </a:cubicBezTo>
                  <a:lnTo>
                    <a:pt x="290760" y="248341"/>
                  </a:lnTo>
                  <a:cubicBezTo>
                    <a:pt x="287610" y="245192"/>
                    <a:pt x="282502" y="245192"/>
                    <a:pt x="279352" y="248341"/>
                  </a:cubicBezTo>
                  <a:lnTo>
                    <a:pt x="256443" y="271250"/>
                  </a:lnTo>
                  <a:cubicBezTo>
                    <a:pt x="253292" y="274401"/>
                    <a:pt x="253292" y="279509"/>
                    <a:pt x="256443" y="282659"/>
                  </a:cubicBezTo>
                  <a:lnTo>
                    <a:pt x="265321" y="291538"/>
                  </a:lnTo>
                  <a:cubicBezTo>
                    <a:pt x="264710" y="292888"/>
                    <a:pt x="264142" y="294258"/>
                    <a:pt x="263619" y="295645"/>
                  </a:cubicBezTo>
                  <a:lnTo>
                    <a:pt x="251064" y="295645"/>
                  </a:lnTo>
                  <a:cubicBezTo>
                    <a:pt x="246609" y="295646"/>
                    <a:pt x="242997" y="299257"/>
                    <a:pt x="242997" y="303713"/>
                  </a:cubicBezTo>
                  <a:close/>
                  <a:moveTo>
                    <a:pt x="396895" y="328046"/>
                  </a:moveTo>
                  <a:lnTo>
                    <a:pt x="386560" y="328046"/>
                  </a:lnTo>
                  <a:cubicBezTo>
                    <a:pt x="382932" y="328046"/>
                    <a:pt x="379750" y="330468"/>
                    <a:pt x="378785" y="333965"/>
                  </a:cubicBezTo>
                  <a:cubicBezTo>
                    <a:pt x="377639" y="338115"/>
                    <a:pt x="375978" y="342120"/>
                    <a:pt x="373849" y="345871"/>
                  </a:cubicBezTo>
                  <a:cubicBezTo>
                    <a:pt x="372057" y="349027"/>
                    <a:pt x="372593" y="352991"/>
                    <a:pt x="375159" y="355558"/>
                  </a:cubicBezTo>
                  <a:lnTo>
                    <a:pt x="382471" y="362870"/>
                  </a:lnTo>
                  <a:lnTo>
                    <a:pt x="370969" y="374371"/>
                  </a:lnTo>
                  <a:lnTo>
                    <a:pt x="363658" y="367061"/>
                  </a:lnTo>
                  <a:cubicBezTo>
                    <a:pt x="361091" y="364495"/>
                    <a:pt x="357126" y="363957"/>
                    <a:pt x="353970" y="365751"/>
                  </a:cubicBezTo>
                  <a:cubicBezTo>
                    <a:pt x="350223" y="367879"/>
                    <a:pt x="346218" y="369539"/>
                    <a:pt x="342065" y="370686"/>
                  </a:cubicBezTo>
                  <a:cubicBezTo>
                    <a:pt x="338568" y="371652"/>
                    <a:pt x="336145" y="374834"/>
                    <a:pt x="336145" y="378462"/>
                  </a:cubicBezTo>
                  <a:lnTo>
                    <a:pt x="336145" y="388797"/>
                  </a:lnTo>
                  <a:lnTo>
                    <a:pt x="319880" y="388797"/>
                  </a:lnTo>
                  <a:lnTo>
                    <a:pt x="319880" y="378462"/>
                  </a:lnTo>
                  <a:cubicBezTo>
                    <a:pt x="319880" y="374834"/>
                    <a:pt x="317457" y="371653"/>
                    <a:pt x="313960" y="370686"/>
                  </a:cubicBezTo>
                  <a:cubicBezTo>
                    <a:pt x="309807" y="369539"/>
                    <a:pt x="305802" y="367879"/>
                    <a:pt x="302055" y="365751"/>
                  </a:cubicBezTo>
                  <a:cubicBezTo>
                    <a:pt x="298897" y="363957"/>
                    <a:pt x="294933" y="364494"/>
                    <a:pt x="292367" y="367061"/>
                  </a:cubicBezTo>
                  <a:lnTo>
                    <a:pt x="285056" y="374373"/>
                  </a:lnTo>
                  <a:lnTo>
                    <a:pt x="273555" y="362871"/>
                  </a:lnTo>
                  <a:lnTo>
                    <a:pt x="280866" y="355559"/>
                  </a:lnTo>
                  <a:cubicBezTo>
                    <a:pt x="283433" y="352992"/>
                    <a:pt x="283969" y="349027"/>
                    <a:pt x="282176" y="345871"/>
                  </a:cubicBezTo>
                  <a:cubicBezTo>
                    <a:pt x="280047" y="342122"/>
                    <a:pt x="278386" y="338117"/>
                    <a:pt x="277241" y="333967"/>
                  </a:cubicBezTo>
                  <a:cubicBezTo>
                    <a:pt x="276275" y="330469"/>
                    <a:pt x="273094" y="328047"/>
                    <a:pt x="269465" y="328047"/>
                  </a:cubicBezTo>
                  <a:lnTo>
                    <a:pt x="259131" y="328047"/>
                  </a:lnTo>
                  <a:lnTo>
                    <a:pt x="259131" y="311780"/>
                  </a:lnTo>
                  <a:lnTo>
                    <a:pt x="269465" y="311780"/>
                  </a:lnTo>
                  <a:cubicBezTo>
                    <a:pt x="273093" y="311780"/>
                    <a:pt x="276275" y="309357"/>
                    <a:pt x="277241" y="305860"/>
                  </a:cubicBezTo>
                  <a:cubicBezTo>
                    <a:pt x="278387" y="301709"/>
                    <a:pt x="280047" y="297704"/>
                    <a:pt x="282176" y="293956"/>
                  </a:cubicBezTo>
                  <a:cubicBezTo>
                    <a:pt x="283969" y="290799"/>
                    <a:pt x="283432" y="286834"/>
                    <a:pt x="280866" y="284267"/>
                  </a:cubicBezTo>
                  <a:lnTo>
                    <a:pt x="273555" y="276955"/>
                  </a:lnTo>
                  <a:lnTo>
                    <a:pt x="285056" y="265453"/>
                  </a:lnTo>
                  <a:lnTo>
                    <a:pt x="292367" y="272765"/>
                  </a:lnTo>
                  <a:cubicBezTo>
                    <a:pt x="294933" y="275331"/>
                    <a:pt x="298898" y="275868"/>
                    <a:pt x="302054" y="274075"/>
                  </a:cubicBezTo>
                  <a:cubicBezTo>
                    <a:pt x="305804" y="271947"/>
                    <a:pt x="309810" y="270286"/>
                    <a:pt x="313960" y="269139"/>
                  </a:cubicBezTo>
                  <a:cubicBezTo>
                    <a:pt x="317457" y="268174"/>
                    <a:pt x="319880" y="264991"/>
                    <a:pt x="319880" y="261363"/>
                  </a:cubicBezTo>
                  <a:lnTo>
                    <a:pt x="319880" y="251030"/>
                  </a:lnTo>
                  <a:lnTo>
                    <a:pt x="336145" y="251030"/>
                  </a:lnTo>
                  <a:lnTo>
                    <a:pt x="336145" y="261363"/>
                  </a:lnTo>
                  <a:cubicBezTo>
                    <a:pt x="336145" y="264991"/>
                    <a:pt x="338568" y="268173"/>
                    <a:pt x="342065" y="269139"/>
                  </a:cubicBezTo>
                  <a:cubicBezTo>
                    <a:pt x="346215" y="270286"/>
                    <a:pt x="350220" y="271947"/>
                    <a:pt x="353971" y="274075"/>
                  </a:cubicBezTo>
                  <a:cubicBezTo>
                    <a:pt x="357127" y="275868"/>
                    <a:pt x="361091" y="275331"/>
                    <a:pt x="363658" y="272765"/>
                  </a:cubicBezTo>
                  <a:lnTo>
                    <a:pt x="370969" y="265453"/>
                  </a:lnTo>
                  <a:lnTo>
                    <a:pt x="382471" y="276955"/>
                  </a:lnTo>
                  <a:lnTo>
                    <a:pt x="375159" y="284267"/>
                  </a:lnTo>
                  <a:cubicBezTo>
                    <a:pt x="372593" y="286834"/>
                    <a:pt x="372057" y="290799"/>
                    <a:pt x="373849" y="293955"/>
                  </a:cubicBezTo>
                  <a:cubicBezTo>
                    <a:pt x="375978" y="297704"/>
                    <a:pt x="377638" y="301710"/>
                    <a:pt x="378785" y="305860"/>
                  </a:cubicBezTo>
                  <a:cubicBezTo>
                    <a:pt x="379751" y="309358"/>
                    <a:pt x="382933" y="311780"/>
                    <a:pt x="386560" y="311780"/>
                  </a:cubicBezTo>
                  <a:lnTo>
                    <a:pt x="396895" y="3117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4" name="Google Shape;1761;p73">
              <a:extLst>
                <a:ext uri="{FF2B5EF4-FFF2-40B4-BE49-F238E27FC236}">
                  <a16:creationId xmlns:a16="http://schemas.microsoft.com/office/drawing/2014/main" id="{9D0919EC-1F71-3D0A-DF1B-286F2D9B8F30}"/>
                </a:ext>
              </a:extLst>
            </p:cNvPr>
            <p:cNvSpPr/>
            <p:nvPr/>
          </p:nvSpPr>
          <p:spPr>
            <a:xfrm>
              <a:off x="6578997" y="3452197"/>
              <a:ext cx="72833" cy="72833"/>
            </a:xfrm>
            <a:custGeom>
              <a:avLst/>
              <a:gdLst/>
              <a:ahLst/>
              <a:cxnLst/>
              <a:rect l="l" t="t" r="r" b="b"/>
              <a:pathLst>
                <a:path w="72833" h="72833" extrusionOk="0">
                  <a:moveTo>
                    <a:pt x="36417" y="0"/>
                  </a:moveTo>
                  <a:cubicBezTo>
                    <a:pt x="16336" y="0"/>
                    <a:pt x="0" y="16336"/>
                    <a:pt x="0" y="36417"/>
                  </a:cubicBezTo>
                  <a:cubicBezTo>
                    <a:pt x="0" y="56497"/>
                    <a:pt x="16336" y="72833"/>
                    <a:pt x="36417" y="72833"/>
                  </a:cubicBezTo>
                  <a:cubicBezTo>
                    <a:pt x="56497" y="72833"/>
                    <a:pt x="72833" y="56497"/>
                    <a:pt x="72833" y="36417"/>
                  </a:cubicBezTo>
                  <a:cubicBezTo>
                    <a:pt x="72833" y="16336"/>
                    <a:pt x="56497" y="0"/>
                    <a:pt x="36417" y="0"/>
                  </a:cubicBezTo>
                  <a:close/>
                  <a:moveTo>
                    <a:pt x="36417" y="56699"/>
                  </a:moveTo>
                  <a:cubicBezTo>
                    <a:pt x="25233" y="56699"/>
                    <a:pt x="16134" y="47600"/>
                    <a:pt x="16134" y="36416"/>
                  </a:cubicBezTo>
                  <a:cubicBezTo>
                    <a:pt x="16134" y="25232"/>
                    <a:pt x="25233" y="16133"/>
                    <a:pt x="36417" y="16133"/>
                  </a:cubicBezTo>
                  <a:cubicBezTo>
                    <a:pt x="47601" y="16133"/>
                    <a:pt x="56700" y="25232"/>
                    <a:pt x="56700" y="36416"/>
                  </a:cubicBezTo>
                  <a:cubicBezTo>
                    <a:pt x="56700" y="47600"/>
                    <a:pt x="47601" y="56699"/>
                    <a:pt x="36417" y="566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5" name="Google Shape;1762;p73">
              <a:extLst>
                <a:ext uri="{FF2B5EF4-FFF2-40B4-BE49-F238E27FC236}">
                  <a16:creationId xmlns:a16="http://schemas.microsoft.com/office/drawing/2014/main" id="{D7305A62-5AA7-6621-BC42-FBDE26F401A3}"/>
                </a:ext>
              </a:extLst>
            </p:cNvPr>
            <p:cNvSpPr/>
            <p:nvPr/>
          </p:nvSpPr>
          <p:spPr>
            <a:xfrm>
              <a:off x="6327900" y="3395498"/>
              <a:ext cx="194331" cy="16133"/>
            </a:xfrm>
            <a:custGeom>
              <a:avLst/>
              <a:gdLst/>
              <a:ahLst/>
              <a:cxnLst/>
              <a:rect l="l" t="t" r="r" b="b"/>
              <a:pathLst>
                <a:path w="194331" h="16133" extrusionOk="0">
                  <a:moveTo>
                    <a:pt x="186265" y="0"/>
                  </a:move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cubicBezTo>
                    <a:pt x="0" y="12522"/>
                    <a:pt x="3612" y="16134"/>
                    <a:pt x="8067" y="16134"/>
                  </a:cubicBezTo>
                  <a:lnTo>
                    <a:pt x="186265" y="16134"/>
                  </a:lnTo>
                  <a:cubicBezTo>
                    <a:pt x="190720" y="16134"/>
                    <a:pt x="194332" y="12522"/>
                    <a:pt x="194332" y="8067"/>
                  </a:cubicBezTo>
                  <a:cubicBezTo>
                    <a:pt x="194332" y="3612"/>
                    <a:pt x="190720" y="0"/>
                    <a:pt x="1862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6" name="Google Shape;1763;p73">
              <a:extLst>
                <a:ext uri="{FF2B5EF4-FFF2-40B4-BE49-F238E27FC236}">
                  <a16:creationId xmlns:a16="http://schemas.microsoft.com/office/drawing/2014/main" id="{D9D981AA-16A6-0B74-23A7-4B507540283D}"/>
                </a:ext>
              </a:extLst>
            </p:cNvPr>
            <p:cNvSpPr/>
            <p:nvPr/>
          </p:nvSpPr>
          <p:spPr>
            <a:xfrm>
              <a:off x="6327900" y="3435997"/>
              <a:ext cx="194331" cy="16133"/>
            </a:xfrm>
            <a:custGeom>
              <a:avLst/>
              <a:gdLst/>
              <a:ahLst/>
              <a:cxnLst/>
              <a:rect l="l" t="t" r="r" b="b"/>
              <a:pathLst>
                <a:path w="194331" h="16133" extrusionOk="0">
                  <a:moveTo>
                    <a:pt x="186265" y="0"/>
                  </a:move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cubicBezTo>
                    <a:pt x="0" y="12522"/>
                    <a:pt x="3612" y="16134"/>
                    <a:pt x="8067" y="16134"/>
                  </a:cubicBezTo>
                  <a:lnTo>
                    <a:pt x="186265" y="16134"/>
                  </a:lnTo>
                  <a:cubicBezTo>
                    <a:pt x="190720" y="16134"/>
                    <a:pt x="194332" y="12522"/>
                    <a:pt x="194332" y="8067"/>
                  </a:cubicBezTo>
                  <a:cubicBezTo>
                    <a:pt x="194332" y="3612"/>
                    <a:pt x="190720" y="0"/>
                    <a:pt x="1862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7" name="Google Shape;1764;p73">
              <a:extLst>
                <a:ext uri="{FF2B5EF4-FFF2-40B4-BE49-F238E27FC236}">
                  <a16:creationId xmlns:a16="http://schemas.microsoft.com/office/drawing/2014/main" id="{FEEA07F6-9BD6-8FD3-2E60-43B26CCB6694}"/>
                </a:ext>
              </a:extLst>
            </p:cNvPr>
            <p:cNvSpPr/>
            <p:nvPr/>
          </p:nvSpPr>
          <p:spPr>
            <a:xfrm>
              <a:off x="6359334" y="3296950"/>
              <a:ext cx="60505" cy="72605"/>
            </a:xfrm>
            <a:custGeom>
              <a:avLst/>
              <a:gdLst/>
              <a:ahLst/>
              <a:cxnLst/>
              <a:rect l="l" t="t" r="r" b="b"/>
              <a:pathLst>
                <a:path w="60505" h="72605" extrusionOk="0">
                  <a:moveTo>
                    <a:pt x="5211" y="72078"/>
                  </a:moveTo>
                  <a:cubicBezTo>
                    <a:pt x="6152" y="72435"/>
                    <a:pt x="7118" y="72604"/>
                    <a:pt x="8068" y="72604"/>
                  </a:cubicBezTo>
                  <a:cubicBezTo>
                    <a:pt x="11324" y="72604"/>
                    <a:pt x="14391" y="70620"/>
                    <a:pt x="15613" y="67394"/>
                  </a:cubicBezTo>
                  <a:lnTo>
                    <a:pt x="18895" y="58736"/>
                  </a:lnTo>
                  <a:lnTo>
                    <a:pt x="41643" y="58736"/>
                  </a:lnTo>
                  <a:lnTo>
                    <a:pt x="44886" y="67371"/>
                  </a:lnTo>
                  <a:cubicBezTo>
                    <a:pt x="46452" y="71543"/>
                    <a:pt x="51104" y="73656"/>
                    <a:pt x="55273" y="72087"/>
                  </a:cubicBezTo>
                  <a:cubicBezTo>
                    <a:pt x="59444" y="70521"/>
                    <a:pt x="61555" y="65870"/>
                    <a:pt x="59989" y="61699"/>
                  </a:cubicBezTo>
                  <a:lnTo>
                    <a:pt x="39078" y="6024"/>
                  </a:lnTo>
                  <a:cubicBezTo>
                    <a:pt x="39051" y="5950"/>
                    <a:pt x="39022" y="5877"/>
                    <a:pt x="38993" y="5805"/>
                  </a:cubicBezTo>
                  <a:cubicBezTo>
                    <a:pt x="37549" y="2277"/>
                    <a:pt x="34157" y="0"/>
                    <a:pt x="30349" y="0"/>
                  </a:cubicBezTo>
                  <a:cubicBezTo>
                    <a:pt x="30346" y="0"/>
                    <a:pt x="30343" y="0"/>
                    <a:pt x="30340" y="0"/>
                  </a:cubicBezTo>
                  <a:cubicBezTo>
                    <a:pt x="26528" y="4"/>
                    <a:pt x="23136" y="2289"/>
                    <a:pt x="21698" y="5821"/>
                  </a:cubicBezTo>
                  <a:cubicBezTo>
                    <a:pt x="21674" y="5882"/>
                    <a:pt x="21649" y="5942"/>
                    <a:pt x="21626" y="6004"/>
                  </a:cubicBezTo>
                  <a:lnTo>
                    <a:pt x="524" y="61678"/>
                  </a:lnTo>
                  <a:cubicBezTo>
                    <a:pt x="-1052" y="65842"/>
                    <a:pt x="1045" y="70500"/>
                    <a:pt x="5211" y="72078"/>
                  </a:cubicBezTo>
                  <a:close/>
                  <a:moveTo>
                    <a:pt x="30321" y="28589"/>
                  </a:moveTo>
                  <a:lnTo>
                    <a:pt x="35584" y="42602"/>
                  </a:lnTo>
                  <a:lnTo>
                    <a:pt x="25011" y="426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8" name="Google Shape;1765;p73">
              <a:extLst>
                <a:ext uri="{FF2B5EF4-FFF2-40B4-BE49-F238E27FC236}">
                  <a16:creationId xmlns:a16="http://schemas.microsoft.com/office/drawing/2014/main" id="{29FE00C1-A98F-70ED-BBFD-C341F9D0D974}"/>
                </a:ext>
              </a:extLst>
            </p:cNvPr>
            <p:cNvSpPr/>
            <p:nvPr/>
          </p:nvSpPr>
          <p:spPr>
            <a:xfrm>
              <a:off x="6534431" y="3296679"/>
              <a:ext cx="16133" cy="72872"/>
            </a:xfrm>
            <a:custGeom>
              <a:avLst/>
              <a:gdLst/>
              <a:ahLst/>
              <a:cxnLst/>
              <a:rect l="l" t="t" r="r" b="b"/>
              <a:pathLst>
                <a:path w="16133" h="72872" extrusionOk="0">
                  <a:moveTo>
                    <a:pt x="16134" y="64805"/>
                  </a:moveTo>
                  <a:lnTo>
                    <a:pt x="16134" y="8067"/>
                  </a:lnTo>
                  <a:cubicBezTo>
                    <a:pt x="16134" y="3612"/>
                    <a:pt x="12522" y="0"/>
                    <a:pt x="8067" y="0"/>
                  </a:cubicBezTo>
                  <a:cubicBezTo>
                    <a:pt x="3612" y="0"/>
                    <a:pt x="0" y="3612"/>
                    <a:pt x="0" y="8067"/>
                  </a:cubicBezTo>
                  <a:lnTo>
                    <a:pt x="0" y="64805"/>
                  </a:lnTo>
                  <a:cubicBezTo>
                    <a:pt x="0" y="69261"/>
                    <a:pt x="3612" y="72872"/>
                    <a:pt x="8067" y="72872"/>
                  </a:cubicBezTo>
                  <a:cubicBezTo>
                    <a:pt x="12522" y="72872"/>
                    <a:pt x="16134" y="69261"/>
                    <a:pt x="16134" y="648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9" name="Google Shape;1766;p73">
              <a:extLst>
                <a:ext uri="{FF2B5EF4-FFF2-40B4-BE49-F238E27FC236}">
                  <a16:creationId xmlns:a16="http://schemas.microsoft.com/office/drawing/2014/main" id="{FB834A64-F741-CEF0-5403-B8A976D77900}"/>
                </a:ext>
              </a:extLst>
            </p:cNvPr>
            <p:cNvSpPr/>
            <p:nvPr/>
          </p:nvSpPr>
          <p:spPr>
            <a:xfrm>
              <a:off x="6453762" y="3296949"/>
              <a:ext cx="48401" cy="72602"/>
            </a:xfrm>
            <a:custGeom>
              <a:avLst/>
              <a:gdLst/>
              <a:ahLst/>
              <a:cxnLst/>
              <a:rect l="l" t="t" r="r" b="b"/>
              <a:pathLst>
                <a:path w="48401" h="72602" extrusionOk="0">
                  <a:moveTo>
                    <a:pt x="8067" y="72603"/>
                  </a:moveTo>
                  <a:cubicBezTo>
                    <a:pt x="12522" y="72603"/>
                    <a:pt x="16134" y="68991"/>
                    <a:pt x="16134" y="64536"/>
                  </a:cubicBezTo>
                  <a:lnTo>
                    <a:pt x="16134" y="48032"/>
                  </a:lnTo>
                  <a:cubicBezTo>
                    <a:pt x="19057" y="48017"/>
                    <a:pt x="22101" y="48005"/>
                    <a:pt x="23936" y="48005"/>
                  </a:cubicBezTo>
                  <a:cubicBezTo>
                    <a:pt x="37427" y="48005"/>
                    <a:pt x="48402" y="37237"/>
                    <a:pt x="48402" y="24002"/>
                  </a:cubicBezTo>
                  <a:cubicBezTo>
                    <a:pt x="48402" y="10768"/>
                    <a:pt x="37427" y="0"/>
                    <a:pt x="23936" y="0"/>
                  </a:cubicBezTo>
                  <a:lnTo>
                    <a:pt x="8067" y="0"/>
                  </a:lnTo>
                  <a:cubicBezTo>
                    <a:pt x="3532" y="0"/>
                    <a:pt x="0" y="3712"/>
                    <a:pt x="0" y="8067"/>
                  </a:cubicBezTo>
                  <a:lnTo>
                    <a:pt x="0" y="64536"/>
                  </a:lnTo>
                  <a:cubicBezTo>
                    <a:pt x="0" y="68991"/>
                    <a:pt x="3612" y="72603"/>
                    <a:pt x="8067" y="72603"/>
                  </a:cubicBezTo>
                  <a:close/>
                  <a:moveTo>
                    <a:pt x="23936" y="16134"/>
                  </a:moveTo>
                  <a:cubicBezTo>
                    <a:pt x="28452" y="16134"/>
                    <a:pt x="32267" y="19737"/>
                    <a:pt x="32267" y="24002"/>
                  </a:cubicBezTo>
                  <a:cubicBezTo>
                    <a:pt x="32267" y="28267"/>
                    <a:pt x="28451" y="31871"/>
                    <a:pt x="23936" y="31871"/>
                  </a:cubicBezTo>
                  <a:cubicBezTo>
                    <a:pt x="22113" y="31871"/>
                    <a:pt x="19105" y="31883"/>
                    <a:pt x="16199" y="31897"/>
                  </a:cubicBezTo>
                  <a:cubicBezTo>
                    <a:pt x="16162" y="24355"/>
                    <a:pt x="16182" y="25665"/>
                    <a:pt x="16157" y="161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</p:grpSp>
      <p:grpSp>
        <p:nvGrpSpPr>
          <p:cNvPr id="20" name="Google Shape;1767;p73">
            <a:extLst>
              <a:ext uri="{FF2B5EF4-FFF2-40B4-BE49-F238E27FC236}">
                <a16:creationId xmlns:a16="http://schemas.microsoft.com/office/drawing/2014/main" id="{DBF1B729-7F9E-8327-B109-EBE5B862A693}"/>
              </a:ext>
            </a:extLst>
          </p:cNvPr>
          <p:cNvGrpSpPr/>
          <p:nvPr/>
        </p:nvGrpSpPr>
        <p:grpSpPr>
          <a:xfrm>
            <a:off x="4968474" y="3241036"/>
            <a:ext cx="413029" cy="413029"/>
            <a:chOff x="3541903" y="3164651"/>
            <a:chExt cx="413029" cy="413029"/>
          </a:xfrm>
        </p:grpSpPr>
        <p:sp>
          <p:nvSpPr>
            <p:cNvPr id="21" name="Google Shape;1768;p73">
              <a:extLst>
                <a:ext uri="{FF2B5EF4-FFF2-40B4-BE49-F238E27FC236}">
                  <a16:creationId xmlns:a16="http://schemas.microsoft.com/office/drawing/2014/main" id="{C0A5D06B-C5F5-9B31-21ED-37F51334ED5F}"/>
                </a:ext>
              </a:extLst>
            </p:cNvPr>
            <p:cNvSpPr/>
            <p:nvPr/>
          </p:nvSpPr>
          <p:spPr>
            <a:xfrm>
              <a:off x="3541903" y="3164651"/>
              <a:ext cx="413029" cy="413029"/>
            </a:xfrm>
            <a:custGeom>
              <a:avLst/>
              <a:gdLst/>
              <a:ahLst/>
              <a:cxnLst/>
              <a:rect l="l" t="t" r="r" b="b"/>
              <a:pathLst>
                <a:path w="413029" h="413029" extrusionOk="0">
                  <a:moveTo>
                    <a:pt x="404962" y="332096"/>
                  </a:moveTo>
                  <a:lnTo>
                    <a:pt x="396829" y="332096"/>
                  </a:lnTo>
                  <a:lnTo>
                    <a:pt x="396829" y="127403"/>
                  </a:lnTo>
                  <a:cubicBezTo>
                    <a:pt x="396829" y="106282"/>
                    <a:pt x="379645" y="89100"/>
                    <a:pt x="358525" y="89100"/>
                  </a:cubicBezTo>
                  <a:lnTo>
                    <a:pt x="356329" y="89100"/>
                  </a:lnTo>
                  <a:lnTo>
                    <a:pt x="356329" y="46137"/>
                  </a:lnTo>
                  <a:cubicBezTo>
                    <a:pt x="356330" y="20697"/>
                    <a:pt x="335634" y="0"/>
                    <a:pt x="310193" y="0"/>
                  </a:cubicBezTo>
                  <a:lnTo>
                    <a:pt x="102835" y="0"/>
                  </a:lnTo>
                  <a:cubicBezTo>
                    <a:pt x="77395" y="0"/>
                    <a:pt x="56699" y="20697"/>
                    <a:pt x="56699" y="46137"/>
                  </a:cubicBezTo>
                  <a:lnTo>
                    <a:pt x="56699" y="89099"/>
                  </a:lnTo>
                  <a:lnTo>
                    <a:pt x="54504" y="89099"/>
                  </a:lnTo>
                  <a:cubicBezTo>
                    <a:pt x="33383" y="89099"/>
                    <a:pt x="16200" y="106282"/>
                    <a:pt x="16200" y="127403"/>
                  </a:cubicBezTo>
                  <a:lnTo>
                    <a:pt x="16200" y="332095"/>
                  </a:lnTo>
                  <a:lnTo>
                    <a:pt x="8067" y="332095"/>
                  </a:lnTo>
                  <a:cubicBezTo>
                    <a:pt x="3612" y="332095"/>
                    <a:pt x="0" y="335706"/>
                    <a:pt x="0" y="340162"/>
                  </a:cubicBezTo>
                  <a:cubicBezTo>
                    <a:pt x="0" y="380341"/>
                    <a:pt x="32687" y="413029"/>
                    <a:pt x="72866" y="413029"/>
                  </a:cubicBezTo>
                  <a:lnTo>
                    <a:pt x="340163" y="413029"/>
                  </a:lnTo>
                  <a:cubicBezTo>
                    <a:pt x="380341" y="413029"/>
                    <a:pt x="413029" y="380341"/>
                    <a:pt x="413029" y="340162"/>
                  </a:cubicBezTo>
                  <a:cubicBezTo>
                    <a:pt x="413029" y="335707"/>
                    <a:pt x="409417" y="332096"/>
                    <a:pt x="404962" y="332096"/>
                  </a:cubicBezTo>
                  <a:close/>
                  <a:moveTo>
                    <a:pt x="356330" y="105233"/>
                  </a:moveTo>
                  <a:lnTo>
                    <a:pt x="358525" y="105233"/>
                  </a:lnTo>
                  <a:cubicBezTo>
                    <a:pt x="370750" y="105233"/>
                    <a:pt x="380696" y="115178"/>
                    <a:pt x="380696" y="127403"/>
                  </a:cubicBezTo>
                  <a:lnTo>
                    <a:pt x="380696" y="129598"/>
                  </a:lnTo>
                  <a:lnTo>
                    <a:pt x="356331" y="129598"/>
                  </a:lnTo>
                  <a:lnTo>
                    <a:pt x="356331" y="105233"/>
                  </a:lnTo>
                  <a:close/>
                  <a:moveTo>
                    <a:pt x="72833" y="46137"/>
                  </a:moveTo>
                  <a:cubicBezTo>
                    <a:pt x="72833" y="29594"/>
                    <a:pt x="86292" y="16134"/>
                    <a:pt x="102835" y="16134"/>
                  </a:cubicBezTo>
                  <a:lnTo>
                    <a:pt x="310193" y="16134"/>
                  </a:lnTo>
                  <a:cubicBezTo>
                    <a:pt x="326737" y="16134"/>
                    <a:pt x="340196" y="29594"/>
                    <a:pt x="340196" y="46137"/>
                  </a:cubicBezTo>
                  <a:lnTo>
                    <a:pt x="340196" y="261593"/>
                  </a:lnTo>
                  <a:cubicBezTo>
                    <a:pt x="340196" y="278137"/>
                    <a:pt x="326736" y="291595"/>
                    <a:pt x="310193" y="291595"/>
                  </a:cubicBezTo>
                  <a:lnTo>
                    <a:pt x="102835" y="291595"/>
                  </a:lnTo>
                  <a:cubicBezTo>
                    <a:pt x="86292" y="291595"/>
                    <a:pt x="72833" y="278136"/>
                    <a:pt x="72833" y="261593"/>
                  </a:cubicBezTo>
                  <a:close/>
                  <a:moveTo>
                    <a:pt x="32334" y="127403"/>
                  </a:moveTo>
                  <a:cubicBezTo>
                    <a:pt x="32334" y="115179"/>
                    <a:pt x="42280" y="105234"/>
                    <a:pt x="54504" y="105234"/>
                  </a:cubicBezTo>
                  <a:lnTo>
                    <a:pt x="56699" y="105234"/>
                  </a:lnTo>
                  <a:lnTo>
                    <a:pt x="56699" y="129598"/>
                  </a:lnTo>
                  <a:lnTo>
                    <a:pt x="32334" y="129598"/>
                  </a:lnTo>
                  <a:close/>
                  <a:moveTo>
                    <a:pt x="32334" y="145731"/>
                  </a:moveTo>
                  <a:lnTo>
                    <a:pt x="56699" y="145731"/>
                  </a:lnTo>
                  <a:lnTo>
                    <a:pt x="56699" y="261593"/>
                  </a:lnTo>
                  <a:cubicBezTo>
                    <a:pt x="56699" y="287033"/>
                    <a:pt x="77395" y="307729"/>
                    <a:pt x="102835" y="307729"/>
                  </a:cubicBezTo>
                  <a:lnTo>
                    <a:pt x="310193" y="307729"/>
                  </a:lnTo>
                  <a:cubicBezTo>
                    <a:pt x="335633" y="307729"/>
                    <a:pt x="356329" y="287033"/>
                    <a:pt x="356329" y="261593"/>
                  </a:cubicBezTo>
                  <a:lnTo>
                    <a:pt x="356329" y="145731"/>
                  </a:lnTo>
                  <a:lnTo>
                    <a:pt x="380694" y="145731"/>
                  </a:lnTo>
                  <a:lnTo>
                    <a:pt x="380694" y="332096"/>
                  </a:lnTo>
                  <a:lnTo>
                    <a:pt x="259164" y="332096"/>
                  </a:lnTo>
                  <a:cubicBezTo>
                    <a:pt x="254709" y="332096"/>
                    <a:pt x="251097" y="335707"/>
                    <a:pt x="251097" y="340162"/>
                  </a:cubicBezTo>
                  <a:lnTo>
                    <a:pt x="251097" y="356396"/>
                  </a:lnTo>
                  <a:lnTo>
                    <a:pt x="161932" y="356396"/>
                  </a:lnTo>
                  <a:lnTo>
                    <a:pt x="161932" y="340162"/>
                  </a:lnTo>
                  <a:cubicBezTo>
                    <a:pt x="161932" y="335707"/>
                    <a:pt x="158320" y="332096"/>
                    <a:pt x="153865" y="332096"/>
                  </a:cubicBezTo>
                  <a:lnTo>
                    <a:pt x="32334" y="332096"/>
                  </a:lnTo>
                  <a:close/>
                  <a:moveTo>
                    <a:pt x="340163" y="396895"/>
                  </a:moveTo>
                  <a:lnTo>
                    <a:pt x="72866" y="396895"/>
                  </a:lnTo>
                  <a:cubicBezTo>
                    <a:pt x="44322" y="396895"/>
                    <a:pt x="20634" y="375705"/>
                    <a:pt x="16706" y="348229"/>
                  </a:cubicBezTo>
                  <a:lnTo>
                    <a:pt x="145798" y="348229"/>
                  </a:lnTo>
                  <a:lnTo>
                    <a:pt x="145798" y="364463"/>
                  </a:lnTo>
                  <a:cubicBezTo>
                    <a:pt x="145798" y="368917"/>
                    <a:pt x="149409" y="372530"/>
                    <a:pt x="153865" y="372530"/>
                  </a:cubicBezTo>
                  <a:lnTo>
                    <a:pt x="259164" y="372530"/>
                  </a:lnTo>
                  <a:cubicBezTo>
                    <a:pt x="263619" y="372530"/>
                    <a:pt x="267231" y="368917"/>
                    <a:pt x="267231" y="364463"/>
                  </a:cubicBezTo>
                  <a:lnTo>
                    <a:pt x="267231" y="348229"/>
                  </a:lnTo>
                  <a:lnTo>
                    <a:pt x="396322" y="348229"/>
                  </a:lnTo>
                  <a:cubicBezTo>
                    <a:pt x="392395" y="375705"/>
                    <a:pt x="368707" y="396895"/>
                    <a:pt x="340163" y="39689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22" name="Google Shape;1769;p73">
              <a:extLst>
                <a:ext uri="{FF2B5EF4-FFF2-40B4-BE49-F238E27FC236}">
                  <a16:creationId xmlns:a16="http://schemas.microsoft.com/office/drawing/2014/main" id="{980C647A-2084-C70D-664C-C6B25BE440B3}"/>
                </a:ext>
              </a:extLst>
            </p:cNvPr>
            <p:cNvSpPr/>
            <p:nvPr/>
          </p:nvSpPr>
          <p:spPr>
            <a:xfrm>
              <a:off x="3639101" y="3205150"/>
              <a:ext cx="218631" cy="226731"/>
            </a:xfrm>
            <a:custGeom>
              <a:avLst/>
              <a:gdLst/>
              <a:ahLst/>
              <a:cxnLst/>
              <a:rect l="l" t="t" r="r" b="b"/>
              <a:pathLst>
                <a:path w="218631" h="226731" extrusionOk="0">
                  <a:moveTo>
                    <a:pt x="8067" y="226732"/>
                  </a:moveTo>
                  <a:lnTo>
                    <a:pt x="210565" y="226732"/>
                  </a:lnTo>
                  <a:cubicBezTo>
                    <a:pt x="215020" y="226732"/>
                    <a:pt x="218632" y="223120"/>
                    <a:pt x="218632" y="218665"/>
                  </a:cubicBezTo>
                  <a:cubicBezTo>
                    <a:pt x="218632" y="214210"/>
                    <a:pt x="215020" y="210598"/>
                    <a:pt x="210565" y="210598"/>
                  </a:cubicBezTo>
                  <a:lnTo>
                    <a:pt x="186233" y="210598"/>
                  </a:lnTo>
                  <a:lnTo>
                    <a:pt x="186233" y="72866"/>
                  </a:lnTo>
                  <a:cubicBezTo>
                    <a:pt x="186233" y="68410"/>
                    <a:pt x="182621" y="64799"/>
                    <a:pt x="178166" y="64799"/>
                  </a:cubicBezTo>
                  <a:lnTo>
                    <a:pt x="145765" y="64799"/>
                  </a:lnTo>
                  <a:cubicBezTo>
                    <a:pt x="141310" y="64799"/>
                    <a:pt x="137698" y="68410"/>
                    <a:pt x="137698" y="72866"/>
                  </a:cubicBezTo>
                  <a:lnTo>
                    <a:pt x="137698" y="97199"/>
                  </a:lnTo>
                  <a:lnTo>
                    <a:pt x="113365" y="97199"/>
                  </a:lnTo>
                  <a:cubicBezTo>
                    <a:pt x="108910" y="97199"/>
                    <a:pt x="105298" y="100811"/>
                    <a:pt x="105298" y="105266"/>
                  </a:cubicBezTo>
                  <a:lnTo>
                    <a:pt x="105298" y="129598"/>
                  </a:lnTo>
                  <a:lnTo>
                    <a:pt x="80965" y="129598"/>
                  </a:lnTo>
                  <a:cubicBezTo>
                    <a:pt x="76510" y="129598"/>
                    <a:pt x="72898" y="133212"/>
                    <a:pt x="72898" y="137665"/>
                  </a:cubicBezTo>
                  <a:lnTo>
                    <a:pt x="72898" y="161998"/>
                  </a:lnTo>
                  <a:lnTo>
                    <a:pt x="48566" y="161998"/>
                  </a:lnTo>
                  <a:cubicBezTo>
                    <a:pt x="44110" y="161998"/>
                    <a:pt x="40499" y="165610"/>
                    <a:pt x="40499" y="170065"/>
                  </a:cubicBezTo>
                  <a:lnTo>
                    <a:pt x="40499" y="210597"/>
                  </a:lnTo>
                  <a:lnTo>
                    <a:pt x="16134" y="210597"/>
                  </a:lnTo>
                  <a:lnTo>
                    <a:pt x="16134" y="8067"/>
                  </a:lnTo>
                  <a:cubicBezTo>
                    <a:pt x="16134" y="3612"/>
                    <a:pt x="12522" y="0"/>
                    <a:pt x="8067" y="0"/>
                  </a:cubicBezTo>
                  <a:cubicBezTo>
                    <a:pt x="3612" y="0"/>
                    <a:pt x="0" y="3612"/>
                    <a:pt x="0" y="8067"/>
                  </a:cubicBezTo>
                  <a:lnTo>
                    <a:pt x="0" y="218664"/>
                  </a:lnTo>
                  <a:cubicBezTo>
                    <a:pt x="0" y="223120"/>
                    <a:pt x="3612" y="226732"/>
                    <a:pt x="8067" y="226732"/>
                  </a:cubicBezTo>
                  <a:close/>
                  <a:moveTo>
                    <a:pt x="153832" y="105266"/>
                  </a:moveTo>
                  <a:lnTo>
                    <a:pt x="153832" y="80933"/>
                  </a:lnTo>
                  <a:lnTo>
                    <a:pt x="170099" y="80933"/>
                  </a:lnTo>
                  <a:lnTo>
                    <a:pt x="170099" y="210597"/>
                  </a:lnTo>
                  <a:lnTo>
                    <a:pt x="153832" y="210597"/>
                  </a:lnTo>
                  <a:close/>
                  <a:moveTo>
                    <a:pt x="121432" y="137665"/>
                  </a:moveTo>
                  <a:lnTo>
                    <a:pt x="121432" y="113333"/>
                  </a:lnTo>
                  <a:lnTo>
                    <a:pt x="137698" y="113333"/>
                  </a:lnTo>
                  <a:lnTo>
                    <a:pt x="137698" y="210597"/>
                  </a:lnTo>
                  <a:lnTo>
                    <a:pt x="121432" y="210597"/>
                  </a:lnTo>
                  <a:close/>
                  <a:moveTo>
                    <a:pt x="89033" y="145732"/>
                  </a:moveTo>
                  <a:lnTo>
                    <a:pt x="105299" y="145732"/>
                  </a:lnTo>
                  <a:lnTo>
                    <a:pt x="105299" y="210597"/>
                  </a:lnTo>
                  <a:lnTo>
                    <a:pt x="89033" y="210597"/>
                  </a:lnTo>
                  <a:cubicBezTo>
                    <a:pt x="89033" y="199195"/>
                    <a:pt x="89033" y="159984"/>
                    <a:pt x="89033" y="145732"/>
                  </a:cubicBezTo>
                  <a:close/>
                  <a:moveTo>
                    <a:pt x="56633" y="178132"/>
                  </a:moveTo>
                  <a:lnTo>
                    <a:pt x="72899" y="178132"/>
                  </a:lnTo>
                  <a:lnTo>
                    <a:pt x="72899" y="210598"/>
                  </a:lnTo>
                  <a:lnTo>
                    <a:pt x="56633" y="21059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23" name="Google Shape;1770;p73">
              <a:extLst>
                <a:ext uri="{FF2B5EF4-FFF2-40B4-BE49-F238E27FC236}">
                  <a16:creationId xmlns:a16="http://schemas.microsoft.com/office/drawing/2014/main" id="{F4EACF16-081A-D1B0-D045-53564BA674A8}"/>
                </a:ext>
              </a:extLst>
            </p:cNvPr>
            <p:cNvSpPr/>
            <p:nvPr/>
          </p:nvSpPr>
          <p:spPr>
            <a:xfrm>
              <a:off x="3679600" y="3213251"/>
              <a:ext cx="105233" cy="97132"/>
            </a:xfrm>
            <a:custGeom>
              <a:avLst/>
              <a:gdLst/>
              <a:ahLst/>
              <a:cxnLst/>
              <a:rect l="l" t="t" r="r" b="b"/>
              <a:pathLst>
                <a:path w="105233" h="97132" extrusionOk="0">
                  <a:moveTo>
                    <a:pt x="13493" y="95035"/>
                  </a:moveTo>
                  <a:lnTo>
                    <a:pt x="102593" y="14036"/>
                  </a:lnTo>
                  <a:cubicBezTo>
                    <a:pt x="105890" y="11039"/>
                    <a:pt x="106133" y="5937"/>
                    <a:pt x="103136" y="2641"/>
                  </a:cubicBezTo>
                  <a:cubicBezTo>
                    <a:pt x="100139" y="-656"/>
                    <a:pt x="95037" y="-898"/>
                    <a:pt x="91741" y="2098"/>
                  </a:cubicBezTo>
                  <a:lnTo>
                    <a:pt x="2641" y="83096"/>
                  </a:lnTo>
                  <a:cubicBezTo>
                    <a:pt x="-656" y="86093"/>
                    <a:pt x="-899" y="91195"/>
                    <a:pt x="2098" y="94492"/>
                  </a:cubicBezTo>
                  <a:cubicBezTo>
                    <a:pt x="5100" y="97794"/>
                    <a:pt x="10201" y="98028"/>
                    <a:pt x="13493" y="950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9" name="Google Shape;1349;p61"/>
          <p:cNvCxnSpPr>
            <a:endCxn id="1350" idx="2"/>
          </p:cNvCxnSpPr>
          <p:nvPr/>
        </p:nvCxnSpPr>
        <p:spPr>
          <a:xfrm>
            <a:off x="1068175" y="2073201"/>
            <a:ext cx="5946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351" name="Google Shape;1351;p6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nit" panose="020B0604020202020204" charset="-34"/>
                <a:cs typeface="Kanit" panose="020B0604020202020204" charset="-34"/>
              </a:rPr>
              <a:t>Instruire, Validare si Simulare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1352" name="Google Shape;1352;p61"/>
          <p:cNvSpPr txBox="1"/>
          <p:nvPr/>
        </p:nvSpPr>
        <p:spPr>
          <a:xfrm flipH="1">
            <a:off x="958375" y="2568735"/>
            <a:ext cx="222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2"/>
                </a:solidFill>
                <a:latin typeface="Kanit" panose="020B0604020202020204" charset="-34"/>
                <a:ea typeface="Kanit"/>
                <a:cs typeface="Kanit" panose="020B0604020202020204" charset="-34"/>
                <a:sym typeface="Kanit"/>
              </a:rPr>
              <a:t>Instruire</a:t>
            </a:r>
            <a:endParaRPr sz="2000" dirty="0">
              <a:solidFill>
                <a:schemeClr val="lt2"/>
              </a:solidFill>
              <a:latin typeface="Kanit" panose="020B0604020202020204" charset="-34"/>
              <a:ea typeface="Kanit"/>
              <a:cs typeface="Kanit" panose="020B0604020202020204" charset="-34"/>
              <a:sym typeface="Kanit"/>
            </a:endParaRPr>
          </a:p>
        </p:txBody>
      </p:sp>
      <p:sp>
        <p:nvSpPr>
          <p:cNvPr id="1353" name="Google Shape;1353;p61"/>
          <p:cNvSpPr txBox="1"/>
          <p:nvPr/>
        </p:nvSpPr>
        <p:spPr>
          <a:xfrm flipH="1">
            <a:off x="958375" y="3128676"/>
            <a:ext cx="22221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 • Dataset: 2 ani (~500 </a:t>
            </a:r>
            <a:r>
              <a:rPr lang="en-US" sz="1200" dirty="0" err="1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zile</a:t>
            </a:r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). Split: 90% Train / 10% Test.</a:t>
            </a:r>
          </a:p>
          <a:p>
            <a:pPr lvl="0" algn="ctr"/>
            <a:endParaRPr lang="en-US" sz="1200" dirty="0">
              <a:solidFill>
                <a:schemeClr val="lt2"/>
              </a:solidFill>
              <a:latin typeface="Kanit" panose="020B0604020202020204" charset="-34"/>
              <a:ea typeface="Inter"/>
              <a:cs typeface="Kanit" panose="020B0604020202020204" charset="-34"/>
              <a:sym typeface="Inter"/>
            </a:endParaRPr>
          </a:p>
          <a:p>
            <a:pPr lvl="0" algn="ctr"/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    • Grid Search: </a:t>
            </a:r>
            <a:r>
              <a:rPr lang="en-US" sz="1200" dirty="0" err="1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Optimizare</a:t>
            </a:r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 </a:t>
            </a:r>
            <a:r>
              <a:rPr lang="en-US" sz="1200" dirty="0" err="1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automată</a:t>
            </a:r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 (</a:t>
            </a:r>
            <a:r>
              <a:rPr lang="en-US" sz="1200" dirty="0" err="1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n_estimators</a:t>
            </a:r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, </a:t>
            </a:r>
            <a:r>
              <a:rPr lang="en-US" sz="1200" dirty="0" err="1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max_depth</a:t>
            </a:r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).</a:t>
            </a:r>
            <a:endParaRPr sz="1200" dirty="0">
              <a:solidFill>
                <a:schemeClr val="lt2"/>
              </a:solidFill>
              <a:latin typeface="Kanit" panose="020B0604020202020204" charset="-34"/>
              <a:ea typeface="Inter"/>
              <a:cs typeface="Kanit" panose="020B0604020202020204" charset="-34"/>
              <a:sym typeface="Inter"/>
            </a:endParaRPr>
          </a:p>
        </p:txBody>
      </p:sp>
      <p:sp>
        <p:nvSpPr>
          <p:cNvPr id="1354" name="Google Shape;1354;p61"/>
          <p:cNvSpPr txBox="1"/>
          <p:nvPr/>
        </p:nvSpPr>
        <p:spPr>
          <a:xfrm flipH="1">
            <a:off x="3460950" y="2568735"/>
            <a:ext cx="222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2"/>
                </a:solidFill>
                <a:latin typeface="Kanit" panose="020B0604020202020204" charset="-34"/>
                <a:ea typeface="Kanit"/>
                <a:cs typeface="Kanit" panose="020B0604020202020204" charset="-34"/>
                <a:sym typeface="Kanit"/>
              </a:rPr>
              <a:t>Validare</a:t>
            </a:r>
            <a:endParaRPr sz="2000" dirty="0">
              <a:solidFill>
                <a:schemeClr val="lt2"/>
              </a:solidFill>
              <a:latin typeface="Kanit" panose="020B0604020202020204" charset="-34"/>
              <a:ea typeface="Kanit"/>
              <a:cs typeface="Kanit" panose="020B0604020202020204" charset="-34"/>
              <a:sym typeface="Kanit"/>
            </a:endParaRPr>
          </a:p>
        </p:txBody>
      </p:sp>
      <p:sp>
        <p:nvSpPr>
          <p:cNvPr id="1355" name="Google Shape;1355;p61"/>
          <p:cNvSpPr txBox="1"/>
          <p:nvPr/>
        </p:nvSpPr>
        <p:spPr>
          <a:xfrm flipH="1">
            <a:off x="3460950" y="3128676"/>
            <a:ext cx="22221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• MAE (</a:t>
            </a:r>
            <a:r>
              <a:rPr lang="en-US" sz="1200" dirty="0" err="1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Eroare</a:t>
            </a:r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 Medie): ~4.15 $ </a:t>
            </a:r>
          </a:p>
          <a:p>
            <a:pPr lvl="0" algn="ctr"/>
            <a:endParaRPr lang="en-US" sz="1200" dirty="0">
              <a:solidFill>
                <a:schemeClr val="lt2"/>
              </a:solidFill>
              <a:latin typeface="Kanit" panose="020B0604020202020204" charset="-34"/>
              <a:ea typeface="Inter"/>
              <a:cs typeface="Kanit" panose="020B0604020202020204" charset="-34"/>
              <a:sym typeface="Inter"/>
            </a:endParaRPr>
          </a:p>
          <a:p>
            <a:pPr lvl="0" algn="ctr"/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• </a:t>
            </a:r>
            <a:r>
              <a:rPr lang="en-US" sz="1200" dirty="0" err="1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Acuratețe</a:t>
            </a:r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 </a:t>
            </a:r>
            <a:r>
              <a:rPr lang="en-US" sz="1200" dirty="0" err="1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Direcțională</a:t>
            </a:r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: 74% (</a:t>
            </a:r>
            <a:r>
              <a:rPr lang="en-US" sz="1200" dirty="0" err="1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Predicție</a:t>
            </a:r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 </a:t>
            </a:r>
            <a:r>
              <a:rPr lang="en-US" sz="1200" dirty="0" err="1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corectă</a:t>
            </a:r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 trend).</a:t>
            </a:r>
            <a:endParaRPr sz="1200" dirty="0">
              <a:solidFill>
                <a:schemeClr val="lt2"/>
              </a:solidFill>
              <a:latin typeface="Kanit" panose="020B0604020202020204" charset="-34"/>
              <a:ea typeface="Inter"/>
              <a:cs typeface="Kanit" panose="020B0604020202020204" charset="-34"/>
              <a:sym typeface="Inter"/>
            </a:endParaRPr>
          </a:p>
        </p:txBody>
      </p:sp>
      <p:sp>
        <p:nvSpPr>
          <p:cNvPr id="1356" name="Google Shape;1356;p61"/>
          <p:cNvSpPr txBox="1"/>
          <p:nvPr/>
        </p:nvSpPr>
        <p:spPr>
          <a:xfrm flipH="1">
            <a:off x="6036826" y="2555976"/>
            <a:ext cx="2222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2"/>
                </a:solidFill>
                <a:latin typeface="Kanit" panose="020B0604020202020204" charset="-34"/>
                <a:ea typeface="Kanit"/>
                <a:cs typeface="Kanit" panose="020B0604020202020204" charset="-34"/>
                <a:sym typeface="Kanit"/>
              </a:rPr>
              <a:t>Simulare</a:t>
            </a:r>
            <a:endParaRPr sz="2000" dirty="0">
              <a:solidFill>
                <a:schemeClr val="lt2"/>
              </a:solidFill>
              <a:latin typeface="Kanit" panose="020B0604020202020204" charset="-34"/>
              <a:ea typeface="Kanit"/>
              <a:cs typeface="Kanit" panose="020B0604020202020204" charset="-34"/>
              <a:sym typeface="Kanit"/>
            </a:endParaRPr>
          </a:p>
        </p:txBody>
      </p:sp>
      <p:sp>
        <p:nvSpPr>
          <p:cNvPr id="1357" name="Google Shape;1357;p61"/>
          <p:cNvSpPr txBox="1"/>
          <p:nvPr/>
        </p:nvSpPr>
        <p:spPr>
          <a:xfrm flipH="1">
            <a:off x="5871754" y="3128676"/>
            <a:ext cx="2552244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• </a:t>
            </a:r>
            <a:r>
              <a:rPr lang="en-US" sz="1200" dirty="0" err="1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Strategie</a:t>
            </a:r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 AI: +15% ROI (Return on Investment).</a:t>
            </a:r>
          </a:p>
          <a:p>
            <a:pPr lvl="0" algn="ctr"/>
            <a:endParaRPr lang="en-US" sz="1200" dirty="0">
              <a:solidFill>
                <a:schemeClr val="lt2"/>
              </a:solidFill>
              <a:latin typeface="Kanit" panose="020B0604020202020204" charset="-34"/>
              <a:ea typeface="Inter"/>
              <a:cs typeface="Kanit" panose="020B0604020202020204" charset="-34"/>
              <a:sym typeface="Inter"/>
            </a:endParaRPr>
          </a:p>
          <a:p>
            <a:pPr lvl="0" algn="ctr"/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• </a:t>
            </a:r>
            <a:r>
              <a:rPr lang="en-US" sz="1200" dirty="0" err="1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Strategie</a:t>
            </a:r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 Buy &amp; Hold: +5% ROI.</a:t>
            </a:r>
          </a:p>
          <a:p>
            <a:pPr lvl="0" algn="ctr"/>
            <a:endParaRPr lang="en-US" sz="1200" dirty="0">
              <a:solidFill>
                <a:schemeClr val="lt2"/>
              </a:solidFill>
              <a:latin typeface="Kanit" panose="020B0604020202020204" charset="-34"/>
              <a:ea typeface="Inter"/>
              <a:cs typeface="Kanit" panose="020B0604020202020204" charset="-34"/>
              <a:sym typeface="Inter"/>
            </a:endParaRPr>
          </a:p>
          <a:p>
            <a:pPr lvl="0" algn="ctr"/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• </a:t>
            </a:r>
            <a:r>
              <a:rPr lang="en-US" sz="1200" dirty="0" err="1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Concluzie</a:t>
            </a:r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: </a:t>
            </a:r>
            <a:r>
              <a:rPr lang="en-US" sz="1200" dirty="0" err="1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Modelul</a:t>
            </a:r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 a </a:t>
            </a:r>
            <a:r>
              <a:rPr lang="en-US" sz="1200" dirty="0" err="1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generat</a:t>
            </a:r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 profit superior </a:t>
            </a:r>
            <a:r>
              <a:rPr lang="en-US" sz="1200" dirty="0" err="1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pieței</a:t>
            </a:r>
            <a:r>
              <a:rPr lang="en-US" sz="1200" dirty="0">
                <a:solidFill>
                  <a:schemeClr val="lt2"/>
                </a:solidFill>
                <a:latin typeface="Kanit" panose="020B0604020202020204" charset="-34"/>
                <a:ea typeface="Inter"/>
                <a:cs typeface="Kanit" panose="020B0604020202020204" charset="-34"/>
                <a:sym typeface="Inter"/>
              </a:rPr>
              <a:t>.</a:t>
            </a:r>
            <a:endParaRPr sz="1200" dirty="0">
              <a:solidFill>
                <a:schemeClr val="lt2"/>
              </a:solidFill>
              <a:latin typeface="Kanit" panose="020B0604020202020204" charset="-34"/>
              <a:ea typeface="Inter"/>
              <a:cs typeface="Kanit" panose="020B0604020202020204" charset="-34"/>
              <a:sym typeface="Inter"/>
            </a:endParaRPr>
          </a:p>
        </p:txBody>
      </p:sp>
      <p:sp>
        <p:nvSpPr>
          <p:cNvPr id="1350" name="Google Shape;1350;p61"/>
          <p:cNvSpPr/>
          <p:nvPr/>
        </p:nvSpPr>
        <p:spPr>
          <a:xfrm>
            <a:off x="1662775" y="1741851"/>
            <a:ext cx="813300" cy="662700"/>
          </a:xfrm>
          <a:prstGeom prst="snip2DiagRect">
            <a:avLst>
              <a:gd name="adj1" fmla="val 0"/>
              <a:gd name="adj2" fmla="val 22095"/>
            </a:avLst>
          </a:prstGeom>
          <a:solidFill>
            <a:schemeClr val="accen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 dirty="0">
              <a:solidFill>
                <a:srgbClr val="FFFFFF"/>
              </a:solidFill>
              <a:latin typeface="Kanit" panose="020B0604020202020204" charset="-34"/>
              <a:ea typeface="Kanit SemiBold"/>
              <a:cs typeface="Kanit" panose="020B0604020202020204" charset="-34"/>
              <a:sym typeface="Kanit SemiBold"/>
            </a:endParaRPr>
          </a:p>
        </p:txBody>
      </p:sp>
      <p:sp>
        <p:nvSpPr>
          <p:cNvPr id="1358" name="Google Shape;1358;p61"/>
          <p:cNvSpPr/>
          <p:nvPr/>
        </p:nvSpPr>
        <p:spPr>
          <a:xfrm>
            <a:off x="4165350" y="1741851"/>
            <a:ext cx="813300" cy="662700"/>
          </a:xfrm>
          <a:prstGeom prst="snip2DiagRect">
            <a:avLst>
              <a:gd name="adj1" fmla="val 0"/>
              <a:gd name="adj2" fmla="val 22095"/>
            </a:avLst>
          </a:prstGeom>
          <a:solidFill>
            <a:schemeClr val="accen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>
              <a:solidFill>
                <a:srgbClr val="FFFFFF"/>
              </a:solidFill>
              <a:latin typeface="Kanit" panose="020B0604020202020204" charset="-34"/>
              <a:ea typeface="Kanit SemiBold"/>
              <a:cs typeface="Kanit" panose="020B0604020202020204" charset="-34"/>
              <a:sym typeface="Kanit SemiBold"/>
            </a:endParaRPr>
          </a:p>
        </p:txBody>
      </p:sp>
      <p:sp>
        <p:nvSpPr>
          <p:cNvPr id="1359" name="Google Shape;1359;p61"/>
          <p:cNvSpPr/>
          <p:nvPr/>
        </p:nvSpPr>
        <p:spPr>
          <a:xfrm>
            <a:off x="6667925" y="1741851"/>
            <a:ext cx="813300" cy="662700"/>
          </a:xfrm>
          <a:prstGeom prst="snip2DiagRect">
            <a:avLst>
              <a:gd name="adj1" fmla="val 0"/>
              <a:gd name="adj2" fmla="val 22095"/>
            </a:avLst>
          </a:prstGeom>
          <a:solidFill>
            <a:schemeClr val="accen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 dirty="0">
              <a:solidFill>
                <a:srgbClr val="FFFFFF"/>
              </a:solidFill>
              <a:latin typeface="Kanit" panose="020B0604020202020204" charset="-34"/>
              <a:ea typeface="Kanit SemiBold"/>
              <a:cs typeface="Kanit" panose="020B0604020202020204" charset="-34"/>
              <a:sym typeface="Kanit SemiBold"/>
            </a:endParaRPr>
          </a:p>
        </p:txBody>
      </p:sp>
      <p:cxnSp>
        <p:nvCxnSpPr>
          <p:cNvPr id="1374" name="Google Shape;1374;p61"/>
          <p:cNvCxnSpPr>
            <a:stCxn id="1350" idx="0"/>
            <a:endCxn id="1358" idx="2"/>
          </p:cNvCxnSpPr>
          <p:nvPr/>
        </p:nvCxnSpPr>
        <p:spPr>
          <a:xfrm>
            <a:off x="2476075" y="2073201"/>
            <a:ext cx="16893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375" name="Google Shape;1375;p61"/>
          <p:cNvCxnSpPr>
            <a:cxnSpLocks/>
            <a:stCxn id="1358" idx="0"/>
            <a:endCxn id="1359" idx="2"/>
          </p:cNvCxnSpPr>
          <p:nvPr/>
        </p:nvCxnSpPr>
        <p:spPr>
          <a:xfrm>
            <a:off x="4978650" y="2073201"/>
            <a:ext cx="16893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376" name="Google Shape;1376;p61"/>
          <p:cNvCxnSpPr>
            <a:cxnSpLocks/>
            <a:stCxn id="1359" idx="0"/>
          </p:cNvCxnSpPr>
          <p:nvPr/>
        </p:nvCxnSpPr>
        <p:spPr>
          <a:xfrm>
            <a:off x="7481225" y="2073201"/>
            <a:ext cx="5946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1" name="Google Shape;1802;p73">
            <a:extLst>
              <a:ext uri="{FF2B5EF4-FFF2-40B4-BE49-F238E27FC236}">
                <a16:creationId xmlns:a16="http://schemas.microsoft.com/office/drawing/2014/main" id="{DC05BBA9-91D0-59A6-2C99-AFCDE1D0CDE2}"/>
              </a:ext>
            </a:extLst>
          </p:cNvPr>
          <p:cNvGrpSpPr/>
          <p:nvPr/>
        </p:nvGrpSpPr>
        <p:grpSpPr>
          <a:xfrm>
            <a:off x="6868061" y="1866685"/>
            <a:ext cx="413028" cy="413030"/>
            <a:chOff x="5601026" y="3164650"/>
            <a:chExt cx="413028" cy="413030"/>
          </a:xfrm>
        </p:grpSpPr>
        <p:sp>
          <p:nvSpPr>
            <p:cNvPr id="12" name="Google Shape;1803;p73">
              <a:extLst>
                <a:ext uri="{FF2B5EF4-FFF2-40B4-BE49-F238E27FC236}">
                  <a16:creationId xmlns:a16="http://schemas.microsoft.com/office/drawing/2014/main" id="{EFC5F0AD-3CC5-D48B-D4E3-5E28CBC21253}"/>
                </a:ext>
              </a:extLst>
            </p:cNvPr>
            <p:cNvSpPr/>
            <p:nvPr/>
          </p:nvSpPr>
          <p:spPr>
            <a:xfrm>
              <a:off x="5601026" y="3164650"/>
              <a:ext cx="413028" cy="413030"/>
            </a:xfrm>
            <a:custGeom>
              <a:avLst/>
              <a:gdLst/>
              <a:ahLst/>
              <a:cxnLst/>
              <a:rect l="l" t="t" r="r" b="b"/>
              <a:pathLst>
                <a:path w="413028" h="413030" extrusionOk="0">
                  <a:moveTo>
                    <a:pt x="380761" y="64804"/>
                  </a:moveTo>
                  <a:lnTo>
                    <a:pt x="305136" y="64804"/>
                  </a:lnTo>
                  <a:lnTo>
                    <a:pt x="307621" y="49891"/>
                  </a:lnTo>
                  <a:cubicBezTo>
                    <a:pt x="308437" y="44983"/>
                    <a:pt x="304654" y="40498"/>
                    <a:pt x="299664" y="40498"/>
                  </a:cubicBezTo>
                  <a:lnTo>
                    <a:pt x="293655" y="40498"/>
                  </a:lnTo>
                  <a:lnTo>
                    <a:pt x="222581" y="1017"/>
                  </a:lnTo>
                  <a:cubicBezTo>
                    <a:pt x="218775" y="-1097"/>
                    <a:pt x="213984" y="188"/>
                    <a:pt x="211746" y="3918"/>
                  </a:cubicBezTo>
                  <a:lnTo>
                    <a:pt x="199562" y="24227"/>
                  </a:lnTo>
                  <a:lnTo>
                    <a:pt x="157780" y="1017"/>
                  </a:lnTo>
                  <a:cubicBezTo>
                    <a:pt x="153972" y="-1097"/>
                    <a:pt x="149183" y="189"/>
                    <a:pt x="146944" y="3918"/>
                  </a:cubicBezTo>
                  <a:lnTo>
                    <a:pt x="124995" y="40498"/>
                  </a:lnTo>
                  <a:lnTo>
                    <a:pt x="113365" y="40498"/>
                  </a:lnTo>
                  <a:cubicBezTo>
                    <a:pt x="108399" y="40498"/>
                    <a:pt x="104587" y="44959"/>
                    <a:pt x="105408" y="49891"/>
                  </a:cubicBezTo>
                  <a:lnTo>
                    <a:pt x="107893" y="64804"/>
                  </a:lnTo>
                  <a:lnTo>
                    <a:pt x="32268" y="64804"/>
                  </a:lnTo>
                  <a:cubicBezTo>
                    <a:pt x="14475" y="64804"/>
                    <a:pt x="0" y="79279"/>
                    <a:pt x="0" y="97072"/>
                  </a:cubicBezTo>
                  <a:lnTo>
                    <a:pt x="0" y="332062"/>
                  </a:lnTo>
                  <a:cubicBezTo>
                    <a:pt x="0" y="336518"/>
                    <a:pt x="3612" y="340129"/>
                    <a:pt x="8067" y="340129"/>
                  </a:cubicBezTo>
                  <a:lnTo>
                    <a:pt x="152127" y="340129"/>
                  </a:lnTo>
                  <a:lnTo>
                    <a:pt x="147136" y="365064"/>
                  </a:lnTo>
                  <a:cubicBezTo>
                    <a:pt x="128091" y="368236"/>
                    <a:pt x="113397" y="384772"/>
                    <a:pt x="113397" y="404964"/>
                  </a:cubicBezTo>
                  <a:cubicBezTo>
                    <a:pt x="113397" y="409419"/>
                    <a:pt x="117010" y="413031"/>
                    <a:pt x="121464" y="413031"/>
                  </a:cubicBezTo>
                  <a:lnTo>
                    <a:pt x="291564" y="413031"/>
                  </a:lnTo>
                  <a:cubicBezTo>
                    <a:pt x="296018" y="413031"/>
                    <a:pt x="299631" y="409419"/>
                    <a:pt x="299631" y="404964"/>
                  </a:cubicBezTo>
                  <a:cubicBezTo>
                    <a:pt x="299631" y="384944"/>
                    <a:pt x="285013" y="368283"/>
                    <a:pt x="265893" y="365069"/>
                  </a:cubicBezTo>
                  <a:lnTo>
                    <a:pt x="260901" y="340129"/>
                  </a:lnTo>
                  <a:lnTo>
                    <a:pt x="404961" y="340129"/>
                  </a:lnTo>
                  <a:cubicBezTo>
                    <a:pt x="409416" y="340129"/>
                    <a:pt x="413028" y="336518"/>
                    <a:pt x="413028" y="332062"/>
                  </a:cubicBezTo>
                  <a:lnTo>
                    <a:pt x="413028" y="97072"/>
                  </a:lnTo>
                  <a:cubicBezTo>
                    <a:pt x="413029" y="79279"/>
                    <a:pt x="398554" y="64804"/>
                    <a:pt x="380761" y="64804"/>
                  </a:cubicBezTo>
                  <a:close/>
                  <a:moveTo>
                    <a:pt x="380761" y="80938"/>
                  </a:moveTo>
                  <a:cubicBezTo>
                    <a:pt x="389657" y="80938"/>
                    <a:pt x="396895" y="88175"/>
                    <a:pt x="396895" y="97072"/>
                  </a:cubicBezTo>
                  <a:lnTo>
                    <a:pt x="396895" y="283499"/>
                  </a:lnTo>
                  <a:lnTo>
                    <a:pt x="364426" y="283499"/>
                  </a:lnTo>
                  <a:lnTo>
                    <a:pt x="364426" y="129469"/>
                  </a:lnTo>
                  <a:cubicBezTo>
                    <a:pt x="364426" y="111676"/>
                    <a:pt x="349950" y="97201"/>
                    <a:pt x="332158" y="97201"/>
                  </a:cubicBezTo>
                  <a:lnTo>
                    <a:pt x="299736" y="97201"/>
                  </a:lnTo>
                  <a:lnTo>
                    <a:pt x="302447" y="80938"/>
                  </a:lnTo>
                  <a:lnTo>
                    <a:pt x="380761" y="80938"/>
                  </a:lnTo>
                  <a:close/>
                  <a:moveTo>
                    <a:pt x="121606" y="147090"/>
                  </a:moveTo>
                  <a:cubicBezTo>
                    <a:pt x="122255" y="150980"/>
                    <a:pt x="125620" y="153830"/>
                    <a:pt x="129563" y="153830"/>
                  </a:cubicBezTo>
                  <a:lnTo>
                    <a:pt x="155279" y="153830"/>
                  </a:lnTo>
                  <a:cubicBezTo>
                    <a:pt x="158607" y="163352"/>
                    <a:pt x="167770" y="170037"/>
                    <a:pt x="178166" y="170037"/>
                  </a:cubicBezTo>
                  <a:cubicBezTo>
                    <a:pt x="188489" y="170037"/>
                    <a:pt x="197687" y="163430"/>
                    <a:pt x="201054" y="153830"/>
                  </a:cubicBezTo>
                  <a:lnTo>
                    <a:pt x="220073" y="153830"/>
                  </a:lnTo>
                  <a:cubicBezTo>
                    <a:pt x="223418" y="163367"/>
                    <a:pt x="232592" y="170037"/>
                    <a:pt x="242960" y="170037"/>
                  </a:cubicBezTo>
                  <a:cubicBezTo>
                    <a:pt x="253321" y="170037"/>
                    <a:pt x="262453" y="163430"/>
                    <a:pt x="265856" y="153830"/>
                  </a:cubicBezTo>
                  <a:lnTo>
                    <a:pt x="283465" y="153830"/>
                  </a:lnTo>
                  <a:cubicBezTo>
                    <a:pt x="287408" y="153830"/>
                    <a:pt x="290773" y="150979"/>
                    <a:pt x="291422" y="147090"/>
                  </a:cubicBezTo>
                  <a:lnTo>
                    <a:pt x="297050" y="113335"/>
                  </a:lnTo>
                  <a:lnTo>
                    <a:pt x="332158" y="113335"/>
                  </a:lnTo>
                  <a:cubicBezTo>
                    <a:pt x="341054" y="113335"/>
                    <a:pt x="348292" y="120572"/>
                    <a:pt x="348292" y="129469"/>
                  </a:cubicBezTo>
                  <a:lnTo>
                    <a:pt x="348292" y="283499"/>
                  </a:lnTo>
                  <a:lnTo>
                    <a:pt x="64737" y="283499"/>
                  </a:lnTo>
                  <a:lnTo>
                    <a:pt x="64737" y="129469"/>
                  </a:lnTo>
                  <a:cubicBezTo>
                    <a:pt x="64737" y="120572"/>
                    <a:pt x="71975" y="113335"/>
                    <a:pt x="80871" y="113335"/>
                  </a:cubicBezTo>
                  <a:lnTo>
                    <a:pt x="115978" y="113335"/>
                  </a:lnTo>
                  <a:lnTo>
                    <a:pt x="121606" y="147090"/>
                  </a:lnTo>
                  <a:close/>
                  <a:moveTo>
                    <a:pt x="290142" y="56632"/>
                  </a:moveTo>
                  <a:lnTo>
                    <a:pt x="276632" y="137697"/>
                  </a:lnTo>
                  <a:lnTo>
                    <a:pt x="265850" y="137697"/>
                  </a:lnTo>
                  <a:cubicBezTo>
                    <a:pt x="262515" y="128271"/>
                    <a:pt x="253517" y="121498"/>
                    <a:pt x="242960" y="121498"/>
                  </a:cubicBezTo>
                  <a:cubicBezTo>
                    <a:pt x="232408" y="121498"/>
                    <a:pt x="223412" y="128271"/>
                    <a:pt x="220079" y="137697"/>
                  </a:cubicBezTo>
                  <a:lnTo>
                    <a:pt x="201048" y="137697"/>
                  </a:lnTo>
                  <a:cubicBezTo>
                    <a:pt x="197714" y="128271"/>
                    <a:pt x="188719" y="121498"/>
                    <a:pt x="178166" y="121498"/>
                  </a:cubicBezTo>
                  <a:cubicBezTo>
                    <a:pt x="167614" y="121498"/>
                    <a:pt x="158618" y="128271"/>
                    <a:pt x="155285" y="137697"/>
                  </a:cubicBezTo>
                  <a:lnTo>
                    <a:pt x="136396" y="137697"/>
                  </a:lnTo>
                  <a:lnTo>
                    <a:pt x="122887" y="56632"/>
                  </a:lnTo>
                  <a:cubicBezTo>
                    <a:pt x="125410" y="56632"/>
                    <a:pt x="287483" y="56632"/>
                    <a:pt x="290142" y="56632"/>
                  </a:cubicBezTo>
                  <a:close/>
                  <a:moveTo>
                    <a:pt x="251100" y="145764"/>
                  </a:moveTo>
                  <a:cubicBezTo>
                    <a:pt x="251100" y="150252"/>
                    <a:pt x="247449" y="153903"/>
                    <a:pt x="242960" y="153903"/>
                  </a:cubicBezTo>
                  <a:cubicBezTo>
                    <a:pt x="238476" y="153903"/>
                    <a:pt x="234829" y="150252"/>
                    <a:pt x="234829" y="145764"/>
                  </a:cubicBezTo>
                  <a:cubicBezTo>
                    <a:pt x="234829" y="141280"/>
                    <a:pt x="238477" y="137632"/>
                    <a:pt x="242960" y="137632"/>
                  </a:cubicBezTo>
                  <a:cubicBezTo>
                    <a:pt x="247449" y="137632"/>
                    <a:pt x="251100" y="141279"/>
                    <a:pt x="251100" y="145764"/>
                  </a:cubicBezTo>
                  <a:close/>
                  <a:moveTo>
                    <a:pt x="186298" y="145764"/>
                  </a:moveTo>
                  <a:cubicBezTo>
                    <a:pt x="186298" y="150252"/>
                    <a:pt x="182651" y="153903"/>
                    <a:pt x="178166" y="153903"/>
                  </a:cubicBezTo>
                  <a:cubicBezTo>
                    <a:pt x="173683" y="153903"/>
                    <a:pt x="170036" y="150252"/>
                    <a:pt x="170036" y="145764"/>
                  </a:cubicBezTo>
                  <a:cubicBezTo>
                    <a:pt x="170036" y="141280"/>
                    <a:pt x="173683" y="137632"/>
                    <a:pt x="178166" y="137632"/>
                  </a:cubicBezTo>
                  <a:cubicBezTo>
                    <a:pt x="182651" y="137632"/>
                    <a:pt x="186298" y="141279"/>
                    <a:pt x="186298" y="145764"/>
                  </a:cubicBezTo>
                  <a:close/>
                  <a:moveTo>
                    <a:pt x="221567" y="18909"/>
                  </a:moveTo>
                  <a:lnTo>
                    <a:pt x="260430" y="40498"/>
                  </a:lnTo>
                  <a:lnTo>
                    <a:pt x="228851" y="40498"/>
                  </a:lnTo>
                  <a:lnTo>
                    <a:pt x="213674" y="32066"/>
                  </a:lnTo>
                  <a:lnTo>
                    <a:pt x="221567" y="18909"/>
                  </a:lnTo>
                  <a:close/>
                  <a:moveTo>
                    <a:pt x="156765" y="18909"/>
                  </a:moveTo>
                  <a:lnTo>
                    <a:pt x="195628" y="40498"/>
                  </a:lnTo>
                  <a:lnTo>
                    <a:pt x="143812" y="40498"/>
                  </a:lnTo>
                  <a:lnTo>
                    <a:pt x="156765" y="18909"/>
                  </a:lnTo>
                  <a:close/>
                  <a:moveTo>
                    <a:pt x="32268" y="80938"/>
                  </a:moveTo>
                  <a:lnTo>
                    <a:pt x="110582" y="80938"/>
                  </a:lnTo>
                  <a:lnTo>
                    <a:pt x="113293" y="97201"/>
                  </a:lnTo>
                  <a:lnTo>
                    <a:pt x="80872" y="97201"/>
                  </a:lnTo>
                  <a:cubicBezTo>
                    <a:pt x="63080" y="97201"/>
                    <a:pt x="48604" y="111676"/>
                    <a:pt x="48604" y="129469"/>
                  </a:cubicBezTo>
                  <a:lnTo>
                    <a:pt x="48604" y="283499"/>
                  </a:lnTo>
                  <a:lnTo>
                    <a:pt x="16135" y="283499"/>
                  </a:lnTo>
                  <a:lnTo>
                    <a:pt x="16135" y="97072"/>
                  </a:lnTo>
                  <a:cubicBezTo>
                    <a:pt x="16134" y="88175"/>
                    <a:pt x="23372" y="80938"/>
                    <a:pt x="32268" y="80938"/>
                  </a:cubicBezTo>
                  <a:close/>
                  <a:moveTo>
                    <a:pt x="282122" y="396897"/>
                  </a:moveTo>
                  <a:lnTo>
                    <a:pt x="130893" y="396897"/>
                  </a:lnTo>
                  <a:cubicBezTo>
                    <a:pt x="134081" y="387790"/>
                    <a:pt x="142750" y="380709"/>
                    <a:pt x="153907" y="380634"/>
                  </a:cubicBezTo>
                  <a:cubicBezTo>
                    <a:pt x="156492" y="380634"/>
                    <a:pt x="262724" y="380636"/>
                    <a:pt x="259181" y="380635"/>
                  </a:cubicBezTo>
                  <a:cubicBezTo>
                    <a:pt x="269763" y="380639"/>
                    <a:pt x="278788" y="387437"/>
                    <a:pt x="282122" y="396897"/>
                  </a:cubicBezTo>
                  <a:close/>
                  <a:moveTo>
                    <a:pt x="249325" y="364499"/>
                  </a:moveTo>
                  <a:lnTo>
                    <a:pt x="163703" y="364499"/>
                  </a:lnTo>
                  <a:lnTo>
                    <a:pt x="168581" y="340129"/>
                  </a:lnTo>
                  <a:lnTo>
                    <a:pt x="244448" y="340129"/>
                  </a:lnTo>
                  <a:lnTo>
                    <a:pt x="249325" y="364499"/>
                  </a:lnTo>
                  <a:close/>
                  <a:moveTo>
                    <a:pt x="16134" y="323996"/>
                  </a:moveTo>
                  <a:lnTo>
                    <a:pt x="16134" y="299633"/>
                  </a:lnTo>
                  <a:cubicBezTo>
                    <a:pt x="35012" y="299633"/>
                    <a:pt x="382775" y="299633"/>
                    <a:pt x="396895" y="299633"/>
                  </a:cubicBezTo>
                  <a:lnTo>
                    <a:pt x="396895" y="323996"/>
                  </a:lnTo>
                  <a:cubicBezTo>
                    <a:pt x="387438" y="323996"/>
                    <a:pt x="27150" y="323996"/>
                    <a:pt x="16134" y="32399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3" name="Google Shape;1804;p73">
              <a:extLst>
                <a:ext uri="{FF2B5EF4-FFF2-40B4-BE49-F238E27FC236}">
                  <a16:creationId xmlns:a16="http://schemas.microsoft.com/office/drawing/2014/main" id="{EA331462-98C0-59A8-35BA-AC74D0F3060B}"/>
                </a:ext>
              </a:extLst>
            </p:cNvPr>
            <p:cNvSpPr/>
            <p:nvPr/>
          </p:nvSpPr>
          <p:spPr>
            <a:xfrm>
              <a:off x="5690126" y="3350951"/>
              <a:ext cx="16133" cy="16133"/>
            </a:xfrm>
            <a:custGeom>
              <a:avLst/>
              <a:gdLst/>
              <a:ahLst/>
              <a:cxnLst/>
              <a:rect l="l" t="t" r="r" b="b"/>
              <a:pathLst>
                <a:path w="16133" h="16133" extrusionOk="0">
                  <a:moveTo>
                    <a:pt x="8067" y="16134"/>
                  </a:moveTo>
                  <a:cubicBezTo>
                    <a:pt x="10189" y="16134"/>
                    <a:pt x="12270" y="15271"/>
                    <a:pt x="13770" y="13770"/>
                  </a:cubicBezTo>
                  <a:cubicBezTo>
                    <a:pt x="15270" y="12270"/>
                    <a:pt x="16134" y="10189"/>
                    <a:pt x="16134" y="8067"/>
                  </a:cubicBezTo>
                  <a:cubicBezTo>
                    <a:pt x="16134" y="5945"/>
                    <a:pt x="15271" y="3864"/>
                    <a:pt x="13770" y="2364"/>
                  </a:cubicBezTo>
                  <a:cubicBezTo>
                    <a:pt x="12270" y="863"/>
                    <a:pt x="10189" y="0"/>
                    <a:pt x="8067" y="0"/>
                  </a:cubicBezTo>
                  <a:cubicBezTo>
                    <a:pt x="5945" y="0"/>
                    <a:pt x="3864" y="863"/>
                    <a:pt x="2364" y="2364"/>
                  </a:cubicBezTo>
                  <a:cubicBezTo>
                    <a:pt x="863" y="3864"/>
                    <a:pt x="0" y="5946"/>
                    <a:pt x="0" y="8067"/>
                  </a:cubicBezTo>
                  <a:cubicBezTo>
                    <a:pt x="0" y="10189"/>
                    <a:pt x="862" y="12270"/>
                    <a:pt x="2364" y="13770"/>
                  </a:cubicBezTo>
                  <a:cubicBezTo>
                    <a:pt x="3864" y="15270"/>
                    <a:pt x="5945" y="16134"/>
                    <a:pt x="8067" y="161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4" name="Google Shape;1805;p73">
              <a:extLst>
                <a:ext uri="{FF2B5EF4-FFF2-40B4-BE49-F238E27FC236}">
                  <a16:creationId xmlns:a16="http://schemas.microsoft.com/office/drawing/2014/main" id="{A1241382-F18A-31A7-38F7-5DD2A7D4F17E}"/>
                </a:ext>
              </a:extLst>
            </p:cNvPr>
            <p:cNvSpPr/>
            <p:nvPr/>
          </p:nvSpPr>
          <p:spPr>
            <a:xfrm>
              <a:off x="5730624" y="3350950"/>
              <a:ext cx="194331" cy="16133"/>
            </a:xfrm>
            <a:custGeom>
              <a:avLst/>
              <a:gdLst/>
              <a:ahLst/>
              <a:cxnLst/>
              <a:rect l="l" t="t" r="r" b="b"/>
              <a:pathLst>
                <a:path w="194331" h="16133" extrusionOk="0">
                  <a:moveTo>
                    <a:pt x="8067" y="16134"/>
                  </a:moveTo>
                  <a:lnTo>
                    <a:pt x="186265" y="16134"/>
                  </a:lnTo>
                  <a:cubicBezTo>
                    <a:pt x="190719" y="16134"/>
                    <a:pt x="194332" y="12522"/>
                    <a:pt x="194332" y="8067"/>
                  </a:cubicBezTo>
                  <a:cubicBezTo>
                    <a:pt x="194332" y="3612"/>
                    <a:pt x="190719" y="0"/>
                    <a:pt x="186265" y="0"/>
                  </a:cubicBez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cubicBezTo>
                    <a:pt x="0" y="12522"/>
                    <a:pt x="3612" y="16134"/>
                    <a:pt x="8067" y="161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5" name="Google Shape;1806;p73">
              <a:extLst>
                <a:ext uri="{FF2B5EF4-FFF2-40B4-BE49-F238E27FC236}">
                  <a16:creationId xmlns:a16="http://schemas.microsoft.com/office/drawing/2014/main" id="{F513F9FE-3E5A-54F3-A1DF-D3EED922CAC1}"/>
                </a:ext>
              </a:extLst>
            </p:cNvPr>
            <p:cNvSpPr/>
            <p:nvPr/>
          </p:nvSpPr>
          <p:spPr>
            <a:xfrm>
              <a:off x="5690126" y="3383347"/>
              <a:ext cx="16133" cy="16133"/>
            </a:xfrm>
            <a:custGeom>
              <a:avLst/>
              <a:gdLst/>
              <a:ahLst/>
              <a:cxnLst/>
              <a:rect l="l" t="t" r="r" b="b"/>
              <a:pathLst>
                <a:path w="16133" h="16133" extrusionOk="0">
                  <a:moveTo>
                    <a:pt x="8067" y="16134"/>
                  </a:moveTo>
                  <a:cubicBezTo>
                    <a:pt x="10189" y="16134"/>
                    <a:pt x="12270" y="15271"/>
                    <a:pt x="13770" y="13770"/>
                  </a:cubicBezTo>
                  <a:cubicBezTo>
                    <a:pt x="15270" y="12270"/>
                    <a:pt x="16134" y="10189"/>
                    <a:pt x="16134" y="8067"/>
                  </a:cubicBezTo>
                  <a:cubicBezTo>
                    <a:pt x="16134" y="5945"/>
                    <a:pt x="15271" y="3864"/>
                    <a:pt x="13770" y="2364"/>
                  </a:cubicBezTo>
                  <a:cubicBezTo>
                    <a:pt x="12270" y="863"/>
                    <a:pt x="10189" y="0"/>
                    <a:pt x="8067" y="0"/>
                  </a:cubicBezTo>
                  <a:cubicBezTo>
                    <a:pt x="5945" y="0"/>
                    <a:pt x="3864" y="863"/>
                    <a:pt x="2364" y="2364"/>
                  </a:cubicBezTo>
                  <a:cubicBezTo>
                    <a:pt x="863" y="3864"/>
                    <a:pt x="0" y="5945"/>
                    <a:pt x="0" y="8067"/>
                  </a:cubicBezTo>
                  <a:cubicBezTo>
                    <a:pt x="0" y="10189"/>
                    <a:pt x="862" y="12271"/>
                    <a:pt x="2364" y="13770"/>
                  </a:cubicBezTo>
                  <a:cubicBezTo>
                    <a:pt x="3864" y="15271"/>
                    <a:pt x="5945" y="16134"/>
                    <a:pt x="8067" y="161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6" name="Google Shape;1807;p73">
              <a:extLst>
                <a:ext uri="{FF2B5EF4-FFF2-40B4-BE49-F238E27FC236}">
                  <a16:creationId xmlns:a16="http://schemas.microsoft.com/office/drawing/2014/main" id="{2FB275E2-FB97-C260-C326-621A65199B6A}"/>
                </a:ext>
              </a:extLst>
            </p:cNvPr>
            <p:cNvSpPr/>
            <p:nvPr/>
          </p:nvSpPr>
          <p:spPr>
            <a:xfrm>
              <a:off x="5730624" y="3383349"/>
              <a:ext cx="194331" cy="16133"/>
            </a:xfrm>
            <a:custGeom>
              <a:avLst/>
              <a:gdLst/>
              <a:ahLst/>
              <a:cxnLst/>
              <a:rect l="l" t="t" r="r" b="b"/>
              <a:pathLst>
                <a:path w="194331" h="16133" extrusionOk="0">
                  <a:moveTo>
                    <a:pt x="8067" y="16134"/>
                  </a:moveTo>
                  <a:lnTo>
                    <a:pt x="186265" y="16134"/>
                  </a:lnTo>
                  <a:cubicBezTo>
                    <a:pt x="190719" y="16134"/>
                    <a:pt x="194332" y="12522"/>
                    <a:pt x="194332" y="8067"/>
                  </a:cubicBezTo>
                  <a:cubicBezTo>
                    <a:pt x="194332" y="3612"/>
                    <a:pt x="190719" y="0"/>
                    <a:pt x="186265" y="0"/>
                  </a:cubicBez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cubicBezTo>
                    <a:pt x="0" y="12522"/>
                    <a:pt x="3612" y="16134"/>
                    <a:pt x="8067" y="161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7" name="Google Shape;1808;p73">
              <a:extLst>
                <a:ext uri="{FF2B5EF4-FFF2-40B4-BE49-F238E27FC236}">
                  <a16:creationId xmlns:a16="http://schemas.microsoft.com/office/drawing/2014/main" id="{244E687C-6B32-2327-7330-180AACA21F70}"/>
                </a:ext>
              </a:extLst>
            </p:cNvPr>
            <p:cNvSpPr/>
            <p:nvPr/>
          </p:nvSpPr>
          <p:spPr>
            <a:xfrm>
              <a:off x="5690126" y="3415745"/>
              <a:ext cx="16133" cy="16142"/>
            </a:xfrm>
            <a:custGeom>
              <a:avLst/>
              <a:gdLst/>
              <a:ahLst/>
              <a:cxnLst/>
              <a:rect l="l" t="t" r="r" b="b"/>
              <a:pathLst>
                <a:path w="16133" h="16142" extrusionOk="0">
                  <a:moveTo>
                    <a:pt x="8067" y="16142"/>
                  </a:moveTo>
                  <a:cubicBezTo>
                    <a:pt x="10189" y="16142"/>
                    <a:pt x="12270" y="15279"/>
                    <a:pt x="13770" y="13778"/>
                  </a:cubicBezTo>
                  <a:cubicBezTo>
                    <a:pt x="15270" y="12278"/>
                    <a:pt x="16134" y="10197"/>
                    <a:pt x="16134" y="8067"/>
                  </a:cubicBezTo>
                  <a:cubicBezTo>
                    <a:pt x="16134" y="5945"/>
                    <a:pt x="15271" y="3864"/>
                    <a:pt x="13770" y="2364"/>
                  </a:cubicBezTo>
                  <a:cubicBezTo>
                    <a:pt x="12270" y="863"/>
                    <a:pt x="10189" y="0"/>
                    <a:pt x="8067" y="0"/>
                  </a:cubicBezTo>
                  <a:cubicBezTo>
                    <a:pt x="5945" y="0"/>
                    <a:pt x="3864" y="863"/>
                    <a:pt x="2364" y="2364"/>
                  </a:cubicBezTo>
                  <a:cubicBezTo>
                    <a:pt x="863" y="3872"/>
                    <a:pt x="0" y="5945"/>
                    <a:pt x="0" y="8067"/>
                  </a:cubicBezTo>
                  <a:cubicBezTo>
                    <a:pt x="0" y="10197"/>
                    <a:pt x="862" y="12270"/>
                    <a:pt x="2364" y="13778"/>
                  </a:cubicBezTo>
                  <a:cubicBezTo>
                    <a:pt x="3864" y="15278"/>
                    <a:pt x="5945" y="16142"/>
                    <a:pt x="8067" y="161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8" name="Google Shape;1809;p73">
              <a:extLst>
                <a:ext uri="{FF2B5EF4-FFF2-40B4-BE49-F238E27FC236}">
                  <a16:creationId xmlns:a16="http://schemas.microsoft.com/office/drawing/2014/main" id="{AEABAAEF-C422-FCC8-E593-D2C91D0D8A08}"/>
                </a:ext>
              </a:extLst>
            </p:cNvPr>
            <p:cNvSpPr/>
            <p:nvPr/>
          </p:nvSpPr>
          <p:spPr>
            <a:xfrm>
              <a:off x="5730624" y="3415749"/>
              <a:ext cx="194331" cy="16133"/>
            </a:xfrm>
            <a:custGeom>
              <a:avLst/>
              <a:gdLst/>
              <a:ahLst/>
              <a:cxnLst/>
              <a:rect l="l" t="t" r="r" b="b"/>
              <a:pathLst>
                <a:path w="194331" h="16133" extrusionOk="0">
                  <a:moveTo>
                    <a:pt x="8067" y="16134"/>
                  </a:moveTo>
                  <a:lnTo>
                    <a:pt x="186265" y="16134"/>
                  </a:lnTo>
                  <a:cubicBezTo>
                    <a:pt x="190719" y="16134"/>
                    <a:pt x="194332" y="12522"/>
                    <a:pt x="194332" y="8067"/>
                  </a:cubicBezTo>
                  <a:cubicBezTo>
                    <a:pt x="194332" y="3612"/>
                    <a:pt x="190719" y="0"/>
                    <a:pt x="186265" y="0"/>
                  </a:cubicBez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cubicBezTo>
                    <a:pt x="0" y="12522"/>
                    <a:pt x="3612" y="16134"/>
                    <a:pt x="8067" y="161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</p:grpSp>
      <p:grpSp>
        <p:nvGrpSpPr>
          <p:cNvPr id="35" name="Google Shape;1794;p73">
            <a:extLst>
              <a:ext uri="{FF2B5EF4-FFF2-40B4-BE49-F238E27FC236}">
                <a16:creationId xmlns:a16="http://schemas.microsoft.com/office/drawing/2014/main" id="{6B2395C5-35F2-C55D-C700-2F7645C79C11}"/>
              </a:ext>
            </a:extLst>
          </p:cNvPr>
          <p:cNvGrpSpPr/>
          <p:nvPr/>
        </p:nvGrpSpPr>
        <p:grpSpPr>
          <a:xfrm>
            <a:off x="1952010" y="1866686"/>
            <a:ext cx="413013" cy="413029"/>
            <a:chOff x="7660157" y="3164651"/>
            <a:chExt cx="413013" cy="413029"/>
          </a:xfrm>
        </p:grpSpPr>
        <p:sp>
          <p:nvSpPr>
            <p:cNvPr id="36" name="Google Shape;1795;p73">
              <a:extLst>
                <a:ext uri="{FF2B5EF4-FFF2-40B4-BE49-F238E27FC236}">
                  <a16:creationId xmlns:a16="http://schemas.microsoft.com/office/drawing/2014/main" id="{16234CA6-C3E5-B4C0-52A8-C99D58C5A267}"/>
                </a:ext>
              </a:extLst>
            </p:cNvPr>
            <p:cNvSpPr/>
            <p:nvPr/>
          </p:nvSpPr>
          <p:spPr>
            <a:xfrm>
              <a:off x="7749255" y="3521046"/>
              <a:ext cx="72833" cy="16133"/>
            </a:xfrm>
            <a:custGeom>
              <a:avLst/>
              <a:gdLst/>
              <a:ahLst/>
              <a:cxnLst/>
              <a:rect l="l" t="t" r="r" b="b"/>
              <a:pathLst>
                <a:path w="72833" h="16133" extrusionOk="0">
                  <a:moveTo>
                    <a:pt x="64766" y="0"/>
                  </a:move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cubicBezTo>
                    <a:pt x="0" y="12522"/>
                    <a:pt x="3612" y="16134"/>
                    <a:pt x="8067" y="16134"/>
                  </a:cubicBezTo>
                  <a:lnTo>
                    <a:pt x="64766" y="16134"/>
                  </a:lnTo>
                  <a:cubicBezTo>
                    <a:pt x="69221" y="16134"/>
                    <a:pt x="72833" y="12522"/>
                    <a:pt x="72833" y="8067"/>
                  </a:cubicBezTo>
                  <a:cubicBezTo>
                    <a:pt x="72833" y="3612"/>
                    <a:pt x="69221" y="0"/>
                    <a:pt x="647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37" name="Google Shape;1796;p73">
              <a:extLst>
                <a:ext uri="{FF2B5EF4-FFF2-40B4-BE49-F238E27FC236}">
                  <a16:creationId xmlns:a16="http://schemas.microsoft.com/office/drawing/2014/main" id="{EF48C188-1FE6-F02C-17CB-74DEC66F037A}"/>
                </a:ext>
              </a:extLst>
            </p:cNvPr>
            <p:cNvSpPr/>
            <p:nvPr/>
          </p:nvSpPr>
          <p:spPr>
            <a:xfrm>
              <a:off x="7733058" y="3205155"/>
              <a:ext cx="16133" cy="16133"/>
            </a:xfrm>
            <a:custGeom>
              <a:avLst/>
              <a:gdLst/>
              <a:ahLst/>
              <a:cxnLst/>
              <a:rect l="l" t="t" r="r" b="b"/>
              <a:pathLst>
                <a:path w="16133" h="16133" extrusionOk="0">
                  <a:moveTo>
                    <a:pt x="8067" y="16134"/>
                  </a:moveTo>
                  <a:cubicBezTo>
                    <a:pt x="12454" y="16134"/>
                    <a:pt x="16134" y="12443"/>
                    <a:pt x="16134" y="8059"/>
                  </a:cubicBezTo>
                  <a:cubicBezTo>
                    <a:pt x="16134" y="3667"/>
                    <a:pt x="12455" y="0"/>
                    <a:pt x="8067" y="0"/>
                  </a:cubicBezTo>
                  <a:cubicBezTo>
                    <a:pt x="3671" y="0"/>
                    <a:pt x="0" y="3661"/>
                    <a:pt x="0" y="8059"/>
                  </a:cubicBezTo>
                  <a:cubicBezTo>
                    <a:pt x="0" y="12450"/>
                    <a:pt x="3671" y="16134"/>
                    <a:pt x="8067" y="161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38" name="Google Shape;1797;p73">
              <a:extLst>
                <a:ext uri="{FF2B5EF4-FFF2-40B4-BE49-F238E27FC236}">
                  <a16:creationId xmlns:a16="http://schemas.microsoft.com/office/drawing/2014/main" id="{47D81060-197D-BF06-8D0D-7191F15C1C14}"/>
                </a:ext>
              </a:extLst>
            </p:cNvPr>
            <p:cNvSpPr/>
            <p:nvPr/>
          </p:nvSpPr>
          <p:spPr>
            <a:xfrm>
              <a:off x="7765456" y="3205150"/>
              <a:ext cx="72832" cy="16133"/>
            </a:xfrm>
            <a:custGeom>
              <a:avLst/>
              <a:gdLst/>
              <a:ahLst/>
              <a:cxnLst/>
              <a:rect l="l" t="t" r="r" b="b"/>
              <a:pathLst>
                <a:path w="72832" h="16133" extrusionOk="0">
                  <a:moveTo>
                    <a:pt x="8067" y="16134"/>
                  </a:moveTo>
                  <a:lnTo>
                    <a:pt x="64766" y="16134"/>
                  </a:lnTo>
                  <a:cubicBezTo>
                    <a:pt x="69220" y="16134"/>
                    <a:pt x="72833" y="12522"/>
                    <a:pt x="72833" y="8067"/>
                  </a:cubicBezTo>
                  <a:cubicBezTo>
                    <a:pt x="72833" y="3612"/>
                    <a:pt x="69220" y="0"/>
                    <a:pt x="64766" y="0"/>
                  </a:cubicBez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cubicBezTo>
                    <a:pt x="0" y="12522"/>
                    <a:pt x="3612" y="16134"/>
                    <a:pt x="8067" y="161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39" name="Google Shape;1798;p73">
              <a:extLst>
                <a:ext uri="{FF2B5EF4-FFF2-40B4-BE49-F238E27FC236}">
                  <a16:creationId xmlns:a16="http://schemas.microsoft.com/office/drawing/2014/main" id="{BB25CC0E-8255-278F-D053-FC579A203009}"/>
                </a:ext>
              </a:extLst>
            </p:cNvPr>
            <p:cNvSpPr/>
            <p:nvPr/>
          </p:nvSpPr>
          <p:spPr>
            <a:xfrm>
              <a:off x="7660157" y="3164651"/>
              <a:ext cx="413013" cy="413029"/>
            </a:xfrm>
            <a:custGeom>
              <a:avLst/>
              <a:gdLst/>
              <a:ahLst/>
              <a:cxnLst/>
              <a:rect l="l" t="t" r="r" b="b"/>
              <a:pathLst>
                <a:path w="413013" h="413029" extrusionOk="0">
                  <a:moveTo>
                    <a:pt x="403550" y="85804"/>
                  </a:moveTo>
                  <a:cubicBezTo>
                    <a:pt x="390902" y="73155"/>
                    <a:pt x="370427" y="73153"/>
                    <a:pt x="357776" y="85804"/>
                  </a:cubicBezTo>
                  <a:lnTo>
                    <a:pt x="251030" y="192549"/>
                  </a:lnTo>
                  <a:lnTo>
                    <a:pt x="251030" y="52212"/>
                  </a:lnTo>
                  <a:cubicBezTo>
                    <a:pt x="251030" y="23422"/>
                    <a:pt x="227609" y="0"/>
                    <a:pt x="198819" y="0"/>
                  </a:cubicBezTo>
                  <a:lnTo>
                    <a:pt x="52211" y="0"/>
                  </a:lnTo>
                  <a:cubicBezTo>
                    <a:pt x="23422" y="0"/>
                    <a:pt x="0" y="23422"/>
                    <a:pt x="0" y="52212"/>
                  </a:cubicBezTo>
                  <a:lnTo>
                    <a:pt x="0" y="360818"/>
                  </a:lnTo>
                  <a:cubicBezTo>
                    <a:pt x="0" y="389607"/>
                    <a:pt x="23422" y="413029"/>
                    <a:pt x="52211" y="413029"/>
                  </a:cubicBezTo>
                  <a:lnTo>
                    <a:pt x="198819" y="413029"/>
                  </a:lnTo>
                  <a:cubicBezTo>
                    <a:pt x="227609" y="413029"/>
                    <a:pt x="251030" y="389607"/>
                    <a:pt x="251030" y="360817"/>
                  </a:cubicBezTo>
                  <a:lnTo>
                    <a:pt x="251030" y="284095"/>
                  </a:lnTo>
                  <a:lnTo>
                    <a:pt x="403549" y="131577"/>
                  </a:lnTo>
                  <a:cubicBezTo>
                    <a:pt x="416168" y="118957"/>
                    <a:pt x="416168" y="98424"/>
                    <a:pt x="403550" y="85804"/>
                  </a:cubicBezTo>
                  <a:close/>
                  <a:moveTo>
                    <a:pt x="234897" y="360817"/>
                  </a:moveTo>
                  <a:cubicBezTo>
                    <a:pt x="234897" y="380710"/>
                    <a:pt x="218713" y="396895"/>
                    <a:pt x="198819" y="396895"/>
                  </a:cubicBezTo>
                  <a:lnTo>
                    <a:pt x="52211" y="396895"/>
                  </a:lnTo>
                  <a:cubicBezTo>
                    <a:pt x="32318" y="396895"/>
                    <a:pt x="16133" y="380711"/>
                    <a:pt x="16133" y="360817"/>
                  </a:cubicBezTo>
                  <a:lnTo>
                    <a:pt x="16133" y="52212"/>
                  </a:lnTo>
                  <a:cubicBezTo>
                    <a:pt x="16134" y="32318"/>
                    <a:pt x="32318" y="16134"/>
                    <a:pt x="52211" y="16134"/>
                  </a:cubicBezTo>
                  <a:lnTo>
                    <a:pt x="198819" y="16134"/>
                  </a:lnTo>
                  <a:cubicBezTo>
                    <a:pt x="218712" y="16134"/>
                    <a:pt x="234897" y="32318"/>
                    <a:pt x="234897" y="52212"/>
                  </a:cubicBezTo>
                  <a:lnTo>
                    <a:pt x="234897" y="208683"/>
                  </a:lnTo>
                  <a:lnTo>
                    <a:pt x="175886" y="267694"/>
                  </a:lnTo>
                  <a:cubicBezTo>
                    <a:pt x="160699" y="282880"/>
                    <a:pt x="151544" y="302490"/>
                    <a:pt x="149613" y="323616"/>
                  </a:cubicBezTo>
                  <a:cubicBezTo>
                    <a:pt x="138217" y="321598"/>
                    <a:pt x="129532" y="311630"/>
                    <a:pt x="129532" y="299663"/>
                  </a:cubicBezTo>
                  <a:lnTo>
                    <a:pt x="129532" y="283464"/>
                  </a:lnTo>
                  <a:cubicBezTo>
                    <a:pt x="129532" y="270083"/>
                    <a:pt x="118647" y="259197"/>
                    <a:pt x="105266" y="259197"/>
                  </a:cubicBezTo>
                  <a:cubicBezTo>
                    <a:pt x="91885" y="259197"/>
                    <a:pt x="80999" y="270083"/>
                    <a:pt x="80999" y="283464"/>
                  </a:cubicBezTo>
                  <a:lnTo>
                    <a:pt x="80999" y="315863"/>
                  </a:lnTo>
                  <a:cubicBezTo>
                    <a:pt x="80999" y="320348"/>
                    <a:pt x="77351" y="323996"/>
                    <a:pt x="72867" y="323996"/>
                  </a:cubicBezTo>
                  <a:cubicBezTo>
                    <a:pt x="68381" y="323996"/>
                    <a:pt x="64733" y="320348"/>
                    <a:pt x="64733" y="315863"/>
                  </a:cubicBezTo>
                  <a:lnTo>
                    <a:pt x="64733" y="251064"/>
                  </a:lnTo>
                  <a:cubicBezTo>
                    <a:pt x="64733" y="237684"/>
                    <a:pt x="53847" y="226797"/>
                    <a:pt x="40466" y="226797"/>
                  </a:cubicBezTo>
                  <a:cubicBezTo>
                    <a:pt x="36011" y="226797"/>
                    <a:pt x="32399" y="230409"/>
                    <a:pt x="32399" y="234864"/>
                  </a:cubicBezTo>
                  <a:cubicBezTo>
                    <a:pt x="32399" y="239319"/>
                    <a:pt x="36011" y="242931"/>
                    <a:pt x="40466" y="242931"/>
                  </a:cubicBezTo>
                  <a:cubicBezTo>
                    <a:pt x="44952" y="242931"/>
                    <a:pt x="48599" y="246579"/>
                    <a:pt x="48599" y="251064"/>
                  </a:cubicBezTo>
                  <a:lnTo>
                    <a:pt x="48599" y="315863"/>
                  </a:lnTo>
                  <a:cubicBezTo>
                    <a:pt x="48599" y="329244"/>
                    <a:pt x="59486" y="340130"/>
                    <a:pt x="72867" y="340130"/>
                  </a:cubicBezTo>
                  <a:cubicBezTo>
                    <a:pt x="86247" y="340130"/>
                    <a:pt x="97133" y="329244"/>
                    <a:pt x="97133" y="315863"/>
                  </a:cubicBezTo>
                  <a:lnTo>
                    <a:pt x="97133" y="283464"/>
                  </a:lnTo>
                  <a:cubicBezTo>
                    <a:pt x="97133" y="278979"/>
                    <a:pt x="100781" y="275331"/>
                    <a:pt x="105266" y="275331"/>
                  </a:cubicBezTo>
                  <a:cubicBezTo>
                    <a:pt x="109750" y="275331"/>
                    <a:pt x="113398" y="278979"/>
                    <a:pt x="113398" y="283464"/>
                  </a:cubicBezTo>
                  <a:lnTo>
                    <a:pt x="113398" y="299663"/>
                  </a:lnTo>
                  <a:cubicBezTo>
                    <a:pt x="113398" y="321976"/>
                    <a:pt x="131552" y="340130"/>
                    <a:pt x="153865" y="340130"/>
                  </a:cubicBezTo>
                  <a:cubicBezTo>
                    <a:pt x="155560" y="339813"/>
                    <a:pt x="191553" y="343573"/>
                    <a:pt x="221659" y="313467"/>
                  </a:cubicBezTo>
                  <a:lnTo>
                    <a:pt x="234897" y="300229"/>
                  </a:lnTo>
                  <a:close/>
                  <a:moveTo>
                    <a:pt x="210250" y="302059"/>
                  </a:moveTo>
                  <a:cubicBezTo>
                    <a:pt x="198138" y="314172"/>
                    <a:pt x="182608" y="321625"/>
                    <a:pt x="165835" y="323518"/>
                  </a:cubicBezTo>
                  <a:cubicBezTo>
                    <a:pt x="167728" y="306744"/>
                    <a:pt x="175182" y="291215"/>
                    <a:pt x="187294" y="279103"/>
                  </a:cubicBezTo>
                  <a:lnTo>
                    <a:pt x="340569" y="125828"/>
                  </a:lnTo>
                  <a:lnTo>
                    <a:pt x="363525" y="148784"/>
                  </a:lnTo>
                  <a:cubicBezTo>
                    <a:pt x="359791" y="152517"/>
                    <a:pt x="221961" y="290348"/>
                    <a:pt x="210250" y="302059"/>
                  </a:cubicBezTo>
                  <a:close/>
                  <a:moveTo>
                    <a:pt x="392140" y="120169"/>
                  </a:moveTo>
                  <a:lnTo>
                    <a:pt x="374934" y="137375"/>
                  </a:lnTo>
                  <a:lnTo>
                    <a:pt x="351978" y="114419"/>
                  </a:lnTo>
                  <a:lnTo>
                    <a:pt x="369184" y="97213"/>
                  </a:lnTo>
                  <a:cubicBezTo>
                    <a:pt x="375526" y="90870"/>
                    <a:pt x="385795" y="90868"/>
                    <a:pt x="392140" y="97212"/>
                  </a:cubicBezTo>
                  <a:cubicBezTo>
                    <a:pt x="398469" y="103541"/>
                    <a:pt x="398469" y="113840"/>
                    <a:pt x="392140" y="1201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40" name="Google Shape;1799;p73">
              <a:extLst>
                <a:ext uri="{FF2B5EF4-FFF2-40B4-BE49-F238E27FC236}">
                  <a16:creationId xmlns:a16="http://schemas.microsoft.com/office/drawing/2014/main" id="{9F6276A6-F23D-8EBD-3CC3-A391C3738F80}"/>
                </a:ext>
              </a:extLst>
            </p:cNvPr>
            <p:cNvSpPr/>
            <p:nvPr/>
          </p:nvSpPr>
          <p:spPr>
            <a:xfrm>
              <a:off x="7692556" y="3261849"/>
              <a:ext cx="186231" cy="113332"/>
            </a:xfrm>
            <a:custGeom>
              <a:avLst/>
              <a:gdLst/>
              <a:ahLst/>
              <a:cxnLst/>
              <a:rect l="l" t="t" r="r" b="b"/>
              <a:pathLst>
                <a:path w="186231" h="113332" extrusionOk="0">
                  <a:moveTo>
                    <a:pt x="8067" y="113332"/>
                  </a:moveTo>
                  <a:lnTo>
                    <a:pt x="178165" y="113332"/>
                  </a:lnTo>
                  <a:cubicBezTo>
                    <a:pt x="182619" y="113332"/>
                    <a:pt x="186232" y="109721"/>
                    <a:pt x="186232" y="105265"/>
                  </a:cubicBezTo>
                  <a:lnTo>
                    <a:pt x="186232" y="8067"/>
                  </a:lnTo>
                  <a:cubicBezTo>
                    <a:pt x="186232" y="3612"/>
                    <a:pt x="182619" y="0"/>
                    <a:pt x="178165" y="0"/>
                  </a:cubicBez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lnTo>
                    <a:pt x="0" y="105266"/>
                  </a:lnTo>
                  <a:cubicBezTo>
                    <a:pt x="0" y="109721"/>
                    <a:pt x="3612" y="113332"/>
                    <a:pt x="8067" y="113332"/>
                  </a:cubicBezTo>
                  <a:close/>
                  <a:moveTo>
                    <a:pt x="16134" y="16134"/>
                  </a:moveTo>
                  <a:lnTo>
                    <a:pt x="170098" y="16134"/>
                  </a:lnTo>
                  <a:lnTo>
                    <a:pt x="170098" y="97199"/>
                  </a:lnTo>
                  <a:lnTo>
                    <a:pt x="16134" y="9719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41" name="Google Shape;1800;p73">
              <a:extLst>
                <a:ext uri="{FF2B5EF4-FFF2-40B4-BE49-F238E27FC236}">
                  <a16:creationId xmlns:a16="http://schemas.microsoft.com/office/drawing/2014/main" id="{4D57A45E-57D3-0525-D4D4-3D744CF00858}"/>
                </a:ext>
              </a:extLst>
            </p:cNvPr>
            <p:cNvSpPr/>
            <p:nvPr/>
          </p:nvSpPr>
          <p:spPr>
            <a:xfrm>
              <a:off x="7724956" y="3294248"/>
              <a:ext cx="121432" cy="16133"/>
            </a:xfrm>
            <a:custGeom>
              <a:avLst/>
              <a:gdLst/>
              <a:ahLst/>
              <a:cxnLst/>
              <a:rect l="l" t="t" r="r" b="b"/>
              <a:pathLst>
                <a:path w="121432" h="16133" extrusionOk="0">
                  <a:moveTo>
                    <a:pt x="113365" y="0"/>
                  </a:move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cubicBezTo>
                    <a:pt x="0" y="12522"/>
                    <a:pt x="3612" y="16134"/>
                    <a:pt x="8067" y="16134"/>
                  </a:cubicBezTo>
                  <a:lnTo>
                    <a:pt x="113365" y="16134"/>
                  </a:lnTo>
                  <a:cubicBezTo>
                    <a:pt x="117820" y="16134"/>
                    <a:pt x="121432" y="12522"/>
                    <a:pt x="121432" y="8067"/>
                  </a:cubicBezTo>
                  <a:cubicBezTo>
                    <a:pt x="121432" y="3612"/>
                    <a:pt x="117820" y="0"/>
                    <a:pt x="1133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42" name="Google Shape;1801;p73">
              <a:extLst>
                <a:ext uri="{FF2B5EF4-FFF2-40B4-BE49-F238E27FC236}">
                  <a16:creationId xmlns:a16="http://schemas.microsoft.com/office/drawing/2014/main" id="{935295B4-3B18-CBB1-BD38-F2E40710EE4A}"/>
                </a:ext>
              </a:extLst>
            </p:cNvPr>
            <p:cNvSpPr/>
            <p:nvPr/>
          </p:nvSpPr>
          <p:spPr>
            <a:xfrm>
              <a:off x="7724956" y="3326648"/>
              <a:ext cx="121432" cy="16133"/>
            </a:xfrm>
            <a:custGeom>
              <a:avLst/>
              <a:gdLst/>
              <a:ahLst/>
              <a:cxnLst/>
              <a:rect l="l" t="t" r="r" b="b"/>
              <a:pathLst>
                <a:path w="121432" h="16133" extrusionOk="0">
                  <a:moveTo>
                    <a:pt x="113365" y="0"/>
                  </a:moveTo>
                  <a:lnTo>
                    <a:pt x="8067" y="0"/>
                  </a:lnTo>
                  <a:cubicBezTo>
                    <a:pt x="3612" y="0"/>
                    <a:pt x="0" y="3612"/>
                    <a:pt x="0" y="8067"/>
                  </a:cubicBezTo>
                  <a:cubicBezTo>
                    <a:pt x="0" y="12522"/>
                    <a:pt x="3612" y="16134"/>
                    <a:pt x="8067" y="16134"/>
                  </a:cubicBezTo>
                  <a:lnTo>
                    <a:pt x="113365" y="16134"/>
                  </a:lnTo>
                  <a:cubicBezTo>
                    <a:pt x="117820" y="16134"/>
                    <a:pt x="121432" y="12522"/>
                    <a:pt x="121432" y="8067"/>
                  </a:cubicBezTo>
                  <a:cubicBezTo>
                    <a:pt x="121432" y="3612"/>
                    <a:pt x="117820" y="0"/>
                    <a:pt x="1133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</p:grpSp>
      <p:grpSp>
        <p:nvGrpSpPr>
          <p:cNvPr id="43" name="Google Shape;1767;p73">
            <a:extLst>
              <a:ext uri="{FF2B5EF4-FFF2-40B4-BE49-F238E27FC236}">
                <a16:creationId xmlns:a16="http://schemas.microsoft.com/office/drawing/2014/main" id="{F8AC0898-218F-0AF0-ECC9-A08A179D2A15}"/>
              </a:ext>
            </a:extLst>
          </p:cNvPr>
          <p:cNvGrpSpPr/>
          <p:nvPr/>
        </p:nvGrpSpPr>
        <p:grpSpPr>
          <a:xfrm>
            <a:off x="4371633" y="1870701"/>
            <a:ext cx="413029" cy="413029"/>
            <a:chOff x="3541903" y="3164651"/>
            <a:chExt cx="413029" cy="413029"/>
          </a:xfrm>
        </p:grpSpPr>
        <p:sp>
          <p:nvSpPr>
            <p:cNvPr id="44" name="Google Shape;1768;p73">
              <a:extLst>
                <a:ext uri="{FF2B5EF4-FFF2-40B4-BE49-F238E27FC236}">
                  <a16:creationId xmlns:a16="http://schemas.microsoft.com/office/drawing/2014/main" id="{BE43E943-2E3B-C489-8711-E16909ED144D}"/>
                </a:ext>
              </a:extLst>
            </p:cNvPr>
            <p:cNvSpPr/>
            <p:nvPr/>
          </p:nvSpPr>
          <p:spPr>
            <a:xfrm>
              <a:off x="3541903" y="3164651"/>
              <a:ext cx="413029" cy="413029"/>
            </a:xfrm>
            <a:custGeom>
              <a:avLst/>
              <a:gdLst/>
              <a:ahLst/>
              <a:cxnLst/>
              <a:rect l="l" t="t" r="r" b="b"/>
              <a:pathLst>
                <a:path w="413029" h="413029" extrusionOk="0">
                  <a:moveTo>
                    <a:pt x="404962" y="332096"/>
                  </a:moveTo>
                  <a:lnTo>
                    <a:pt x="396829" y="332096"/>
                  </a:lnTo>
                  <a:lnTo>
                    <a:pt x="396829" y="127403"/>
                  </a:lnTo>
                  <a:cubicBezTo>
                    <a:pt x="396829" y="106282"/>
                    <a:pt x="379645" y="89100"/>
                    <a:pt x="358525" y="89100"/>
                  </a:cubicBezTo>
                  <a:lnTo>
                    <a:pt x="356329" y="89100"/>
                  </a:lnTo>
                  <a:lnTo>
                    <a:pt x="356329" y="46137"/>
                  </a:lnTo>
                  <a:cubicBezTo>
                    <a:pt x="356330" y="20697"/>
                    <a:pt x="335634" y="0"/>
                    <a:pt x="310193" y="0"/>
                  </a:cubicBezTo>
                  <a:lnTo>
                    <a:pt x="102835" y="0"/>
                  </a:lnTo>
                  <a:cubicBezTo>
                    <a:pt x="77395" y="0"/>
                    <a:pt x="56699" y="20697"/>
                    <a:pt x="56699" y="46137"/>
                  </a:cubicBezTo>
                  <a:lnTo>
                    <a:pt x="56699" y="89099"/>
                  </a:lnTo>
                  <a:lnTo>
                    <a:pt x="54504" y="89099"/>
                  </a:lnTo>
                  <a:cubicBezTo>
                    <a:pt x="33383" y="89099"/>
                    <a:pt x="16200" y="106282"/>
                    <a:pt x="16200" y="127403"/>
                  </a:cubicBezTo>
                  <a:lnTo>
                    <a:pt x="16200" y="332095"/>
                  </a:lnTo>
                  <a:lnTo>
                    <a:pt x="8067" y="332095"/>
                  </a:lnTo>
                  <a:cubicBezTo>
                    <a:pt x="3612" y="332095"/>
                    <a:pt x="0" y="335706"/>
                    <a:pt x="0" y="340162"/>
                  </a:cubicBezTo>
                  <a:cubicBezTo>
                    <a:pt x="0" y="380341"/>
                    <a:pt x="32687" y="413029"/>
                    <a:pt x="72866" y="413029"/>
                  </a:cubicBezTo>
                  <a:lnTo>
                    <a:pt x="340163" y="413029"/>
                  </a:lnTo>
                  <a:cubicBezTo>
                    <a:pt x="380341" y="413029"/>
                    <a:pt x="413029" y="380341"/>
                    <a:pt x="413029" y="340162"/>
                  </a:cubicBezTo>
                  <a:cubicBezTo>
                    <a:pt x="413029" y="335707"/>
                    <a:pt x="409417" y="332096"/>
                    <a:pt x="404962" y="332096"/>
                  </a:cubicBezTo>
                  <a:close/>
                  <a:moveTo>
                    <a:pt x="356330" y="105233"/>
                  </a:moveTo>
                  <a:lnTo>
                    <a:pt x="358525" y="105233"/>
                  </a:lnTo>
                  <a:cubicBezTo>
                    <a:pt x="370750" y="105233"/>
                    <a:pt x="380696" y="115178"/>
                    <a:pt x="380696" y="127403"/>
                  </a:cubicBezTo>
                  <a:lnTo>
                    <a:pt x="380696" y="129598"/>
                  </a:lnTo>
                  <a:lnTo>
                    <a:pt x="356331" y="129598"/>
                  </a:lnTo>
                  <a:lnTo>
                    <a:pt x="356331" y="105233"/>
                  </a:lnTo>
                  <a:close/>
                  <a:moveTo>
                    <a:pt x="72833" y="46137"/>
                  </a:moveTo>
                  <a:cubicBezTo>
                    <a:pt x="72833" y="29594"/>
                    <a:pt x="86292" y="16134"/>
                    <a:pt x="102835" y="16134"/>
                  </a:cubicBezTo>
                  <a:lnTo>
                    <a:pt x="310193" y="16134"/>
                  </a:lnTo>
                  <a:cubicBezTo>
                    <a:pt x="326737" y="16134"/>
                    <a:pt x="340196" y="29594"/>
                    <a:pt x="340196" y="46137"/>
                  </a:cubicBezTo>
                  <a:lnTo>
                    <a:pt x="340196" y="261593"/>
                  </a:lnTo>
                  <a:cubicBezTo>
                    <a:pt x="340196" y="278137"/>
                    <a:pt x="326736" y="291595"/>
                    <a:pt x="310193" y="291595"/>
                  </a:cubicBezTo>
                  <a:lnTo>
                    <a:pt x="102835" y="291595"/>
                  </a:lnTo>
                  <a:cubicBezTo>
                    <a:pt x="86292" y="291595"/>
                    <a:pt x="72833" y="278136"/>
                    <a:pt x="72833" y="261593"/>
                  </a:cubicBezTo>
                  <a:close/>
                  <a:moveTo>
                    <a:pt x="32334" y="127403"/>
                  </a:moveTo>
                  <a:cubicBezTo>
                    <a:pt x="32334" y="115179"/>
                    <a:pt x="42280" y="105234"/>
                    <a:pt x="54504" y="105234"/>
                  </a:cubicBezTo>
                  <a:lnTo>
                    <a:pt x="56699" y="105234"/>
                  </a:lnTo>
                  <a:lnTo>
                    <a:pt x="56699" y="129598"/>
                  </a:lnTo>
                  <a:lnTo>
                    <a:pt x="32334" y="129598"/>
                  </a:lnTo>
                  <a:close/>
                  <a:moveTo>
                    <a:pt x="32334" y="145731"/>
                  </a:moveTo>
                  <a:lnTo>
                    <a:pt x="56699" y="145731"/>
                  </a:lnTo>
                  <a:lnTo>
                    <a:pt x="56699" y="261593"/>
                  </a:lnTo>
                  <a:cubicBezTo>
                    <a:pt x="56699" y="287033"/>
                    <a:pt x="77395" y="307729"/>
                    <a:pt x="102835" y="307729"/>
                  </a:cubicBezTo>
                  <a:lnTo>
                    <a:pt x="310193" y="307729"/>
                  </a:lnTo>
                  <a:cubicBezTo>
                    <a:pt x="335633" y="307729"/>
                    <a:pt x="356329" y="287033"/>
                    <a:pt x="356329" y="261593"/>
                  </a:cubicBezTo>
                  <a:lnTo>
                    <a:pt x="356329" y="145731"/>
                  </a:lnTo>
                  <a:lnTo>
                    <a:pt x="380694" y="145731"/>
                  </a:lnTo>
                  <a:lnTo>
                    <a:pt x="380694" y="332096"/>
                  </a:lnTo>
                  <a:lnTo>
                    <a:pt x="259164" y="332096"/>
                  </a:lnTo>
                  <a:cubicBezTo>
                    <a:pt x="254709" y="332096"/>
                    <a:pt x="251097" y="335707"/>
                    <a:pt x="251097" y="340162"/>
                  </a:cubicBezTo>
                  <a:lnTo>
                    <a:pt x="251097" y="356396"/>
                  </a:lnTo>
                  <a:lnTo>
                    <a:pt x="161932" y="356396"/>
                  </a:lnTo>
                  <a:lnTo>
                    <a:pt x="161932" y="340162"/>
                  </a:lnTo>
                  <a:cubicBezTo>
                    <a:pt x="161932" y="335707"/>
                    <a:pt x="158320" y="332096"/>
                    <a:pt x="153865" y="332096"/>
                  </a:cubicBezTo>
                  <a:lnTo>
                    <a:pt x="32334" y="332096"/>
                  </a:lnTo>
                  <a:close/>
                  <a:moveTo>
                    <a:pt x="340163" y="396895"/>
                  </a:moveTo>
                  <a:lnTo>
                    <a:pt x="72866" y="396895"/>
                  </a:lnTo>
                  <a:cubicBezTo>
                    <a:pt x="44322" y="396895"/>
                    <a:pt x="20634" y="375705"/>
                    <a:pt x="16706" y="348229"/>
                  </a:cubicBezTo>
                  <a:lnTo>
                    <a:pt x="145798" y="348229"/>
                  </a:lnTo>
                  <a:lnTo>
                    <a:pt x="145798" y="364463"/>
                  </a:lnTo>
                  <a:cubicBezTo>
                    <a:pt x="145798" y="368917"/>
                    <a:pt x="149409" y="372530"/>
                    <a:pt x="153865" y="372530"/>
                  </a:cubicBezTo>
                  <a:lnTo>
                    <a:pt x="259164" y="372530"/>
                  </a:lnTo>
                  <a:cubicBezTo>
                    <a:pt x="263619" y="372530"/>
                    <a:pt x="267231" y="368917"/>
                    <a:pt x="267231" y="364463"/>
                  </a:cubicBezTo>
                  <a:lnTo>
                    <a:pt x="267231" y="348229"/>
                  </a:lnTo>
                  <a:lnTo>
                    <a:pt x="396322" y="348229"/>
                  </a:lnTo>
                  <a:cubicBezTo>
                    <a:pt x="392395" y="375705"/>
                    <a:pt x="368707" y="396895"/>
                    <a:pt x="340163" y="39689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45" name="Google Shape;1769;p73">
              <a:extLst>
                <a:ext uri="{FF2B5EF4-FFF2-40B4-BE49-F238E27FC236}">
                  <a16:creationId xmlns:a16="http://schemas.microsoft.com/office/drawing/2014/main" id="{4C78539E-C50C-4458-417E-B2853DE33633}"/>
                </a:ext>
              </a:extLst>
            </p:cNvPr>
            <p:cNvSpPr/>
            <p:nvPr/>
          </p:nvSpPr>
          <p:spPr>
            <a:xfrm>
              <a:off x="3639101" y="3205150"/>
              <a:ext cx="218631" cy="226731"/>
            </a:xfrm>
            <a:custGeom>
              <a:avLst/>
              <a:gdLst/>
              <a:ahLst/>
              <a:cxnLst/>
              <a:rect l="l" t="t" r="r" b="b"/>
              <a:pathLst>
                <a:path w="218631" h="226731" extrusionOk="0">
                  <a:moveTo>
                    <a:pt x="8067" y="226732"/>
                  </a:moveTo>
                  <a:lnTo>
                    <a:pt x="210565" y="226732"/>
                  </a:lnTo>
                  <a:cubicBezTo>
                    <a:pt x="215020" y="226732"/>
                    <a:pt x="218632" y="223120"/>
                    <a:pt x="218632" y="218665"/>
                  </a:cubicBezTo>
                  <a:cubicBezTo>
                    <a:pt x="218632" y="214210"/>
                    <a:pt x="215020" y="210598"/>
                    <a:pt x="210565" y="210598"/>
                  </a:cubicBezTo>
                  <a:lnTo>
                    <a:pt x="186233" y="210598"/>
                  </a:lnTo>
                  <a:lnTo>
                    <a:pt x="186233" y="72866"/>
                  </a:lnTo>
                  <a:cubicBezTo>
                    <a:pt x="186233" y="68410"/>
                    <a:pt x="182621" y="64799"/>
                    <a:pt x="178166" y="64799"/>
                  </a:cubicBezTo>
                  <a:lnTo>
                    <a:pt x="145765" y="64799"/>
                  </a:lnTo>
                  <a:cubicBezTo>
                    <a:pt x="141310" y="64799"/>
                    <a:pt x="137698" y="68410"/>
                    <a:pt x="137698" y="72866"/>
                  </a:cubicBezTo>
                  <a:lnTo>
                    <a:pt x="137698" y="97199"/>
                  </a:lnTo>
                  <a:lnTo>
                    <a:pt x="113365" y="97199"/>
                  </a:lnTo>
                  <a:cubicBezTo>
                    <a:pt x="108910" y="97199"/>
                    <a:pt x="105298" y="100811"/>
                    <a:pt x="105298" y="105266"/>
                  </a:cubicBezTo>
                  <a:lnTo>
                    <a:pt x="105298" y="129598"/>
                  </a:lnTo>
                  <a:lnTo>
                    <a:pt x="80965" y="129598"/>
                  </a:lnTo>
                  <a:cubicBezTo>
                    <a:pt x="76510" y="129598"/>
                    <a:pt x="72898" y="133212"/>
                    <a:pt x="72898" y="137665"/>
                  </a:cubicBezTo>
                  <a:lnTo>
                    <a:pt x="72898" y="161998"/>
                  </a:lnTo>
                  <a:lnTo>
                    <a:pt x="48566" y="161998"/>
                  </a:lnTo>
                  <a:cubicBezTo>
                    <a:pt x="44110" y="161998"/>
                    <a:pt x="40499" y="165610"/>
                    <a:pt x="40499" y="170065"/>
                  </a:cubicBezTo>
                  <a:lnTo>
                    <a:pt x="40499" y="210597"/>
                  </a:lnTo>
                  <a:lnTo>
                    <a:pt x="16134" y="210597"/>
                  </a:lnTo>
                  <a:lnTo>
                    <a:pt x="16134" y="8067"/>
                  </a:lnTo>
                  <a:cubicBezTo>
                    <a:pt x="16134" y="3612"/>
                    <a:pt x="12522" y="0"/>
                    <a:pt x="8067" y="0"/>
                  </a:cubicBezTo>
                  <a:cubicBezTo>
                    <a:pt x="3612" y="0"/>
                    <a:pt x="0" y="3612"/>
                    <a:pt x="0" y="8067"/>
                  </a:cubicBezTo>
                  <a:lnTo>
                    <a:pt x="0" y="218664"/>
                  </a:lnTo>
                  <a:cubicBezTo>
                    <a:pt x="0" y="223120"/>
                    <a:pt x="3612" y="226732"/>
                    <a:pt x="8067" y="226732"/>
                  </a:cubicBezTo>
                  <a:close/>
                  <a:moveTo>
                    <a:pt x="153832" y="105266"/>
                  </a:moveTo>
                  <a:lnTo>
                    <a:pt x="153832" y="80933"/>
                  </a:lnTo>
                  <a:lnTo>
                    <a:pt x="170099" y="80933"/>
                  </a:lnTo>
                  <a:lnTo>
                    <a:pt x="170099" y="210597"/>
                  </a:lnTo>
                  <a:lnTo>
                    <a:pt x="153832" y="210597"/>
                  </a:lnTo>
                  <a:close/>
                  <a:moveTo>
                    <a:pt x="121432" y="137665"/>
                  </a:moveTo>
                  <a:lnTo>
                    <a:pt x="121432" y="113333"/>
                  </a:lnTo>
                  <a:lnTo>
                    <a:pt x="137698" y="113333"/>
                  </a:lnTo>
                  <a:lnTo>
                    <a:pt x="137698" y="210597"/>
                  </a:lnTo>
                  <a:lnTo>
                    <a:pt x="121432" y="210597"/>
                  </a:lnTo>
                  <a:close/>
                  <a:moveTo>
                    <a:pt x="89033" y="145732"/>
                  </a:moveTo>
                  <a:lnTo>
                    <a:pt x="105299" y="145732"/>
                  </a:lnTo>
                  <a:lnTo>
                    <a:pt x="105299" y="210597"/>
                  </a:lnTo>
                  <a:lnTo>
                    <a:pt x="89033" y="210597"/>
                  </a:lnTo>
                  <a:cubicBezTo>
                    <a:pt x="89033" y="199195"/>
                    <a:pt x="89033" y="159984"/>
                    <a:pt x="89033" y="145732"/>
                  </a:cubicBezTo>
                  <a:close/>
                  <a:moveTo>
                    <a:pt x="56633" y="178132"/>
                  </a:moveTo>
                  <a:lnTo>
                    <a:pt x="72899" y="178132"/>
                  </a:lnTo>
                  <a:lnTo>
                    <a:pt x="72899" y="210598"/>
                  </a:lnTo>
                  <a:lnTo>
                    <a:pt x="56633" y="21059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46" name="Google Shape;1770;p73">
              <a:extLst>
                <a:ext uri="{FF2B5EF4-FFF2-40B4-BE49-F238E27FC236}">
                  <a16:creationId xmlns:a16="http://schemas.microsoft.com/office/drawing/2014/main" id="{F4231224-6038-7C74-B543-30E77351720F}"/>
                </a:ext>
              </a:extLst>
            </p:cNvPr>
            <p:cNvSpPr/>
            <p:nvPr/>
          </p:nvSpPr>
          <p:spPr>
            <a:xfrm>
              <a:off x="3679600" y="3213251"/>
              <a:ext cx="105233" cy="97132"/>
            </a:xfrm>
            <a:custGeom>
              <a:avLst/>
              <a:gdLst/>
              <a:ahLst/>
              <a:cxnLst/>
              <a:rect l="l" t="t" r="r" b="b"/>
              <a:pathLst>
                <a:path w="105233" h="97132" extrusionOk="0">
                  <a:moveTo>
                    <a:pt x="13493" y="95035"/>
                  </a:moveTo>
                  <a:lnTo>
                    <a:pt x="102593" y="14036"/>
                  </a:lnTo>
                  <a:cubicBezTo>
                    <a:pt x="105890" y="11039"/>
                    <a:pt x="106133" y="5937"/>
                    <a:pt x="103136" y="2641"/>
                  </a:cubicBezTo>
                  <a:cubicBezTo>
                    <a:pt x="100139" y="-656"/>
                    <a:pt x="95037" y="-898"/>
                    <a:pt x="91741" y="2098"/>
                  </a:cubicBezTo>
                  <a:lnTo>
                    <a:pt x="2641" y="83096"/>
                  </a:lnTo>
                  <a:cubicBezTo>
                    <a:pt x="-656" y="86093"/>
                    <a:pt x="-899" y="91195"/>
                    <a:pt x="2098" y="94492"/>
                  </a:cubicBezTo>
                  <a:cubicBezTo>
                    <a:pt x="5100" y="97794"/>
                    <a:pt x="10201" y="98028"/>
                    <a:pt x="13493" y="950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0">
          <a:extLst>
            <a:ext uri="{FF2B5EF4-FFF2-40B4-BE49-F238E27FC236}">
              <a16:creationId xmlns:a16="http://schemas.microsoft.com/office/drawing/2014/main" id="{E9E358CF-EB46-43C8-1B0D-DB3ACE473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46">
            <a:extLst>
              <a:ext uri="{FF2B5EF4-FFF2-40B4-BE49-F238E27FC236}">
                <a16:creationId xmlns:a16="http://schemas.microsoft.com/office/drawing/2014/main" id="{506B5C3E-D80E-3DD1-9BF2-358440EDB610}"/>
              </a:ext>
            </a:extLst>
          </p:cNvPr>
          <p:cNvSpPr/>
          <p:nvPr/>
        </p:nvSpPr>
        <p:spPr>
          <a:xfrm>
            <a:off x="1553675" y="1521592"/>
            <a:ext cx="813300" cy="662700"/>
          </a:xfrm>
          <a:prstGeom prst="snip2DiagRect">
            <a:avLst>
              <a:gd name="adj1" fmla="val 0"/>
              <a:gd name="adj2" fmla="val 22095"/>
            </a:avLst>
          </a:prstGeom>
          <a:solidFill>
            <a:schemeClr val="accen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 dirty="0">
              <a:solidFill>
                <a:srgbClr val="FFFFFF"/>
              </a:solidFill>
              <a:latin typeface="Kanit" panose="020B0604020202020204" charset="-34"/>
              <a:ea typeface="Kanit SemiBold"/>
              <a:cs typeface="Kanit" panose="020B0604020202020204" charset="-34"/>
              <a:sym typeface="Kanit SemiBold"/>
            </a:endParaRPr>
          </a:p>
        </p:txBody>
      </p:sp>
      <p:sp>
        <p:nvSpPr>
          <p:cNvPr id="1072" name="Google Shape;1072;p46">
            <a:extLst>
              <a:ext uri="{FF2B5EF4-FFF2-40B4-BE49-F238E27FC236}">
                <a16:creationId xmlns:a16="http://schemas.microsoft.com/office/drawing/2014/main" id="{370F22B5-F837-FABE-E6E8-CD6FDBAC8318}"/>
              </a:ext>
            </a:extLst>
          </p:cNvPr>
          <p:cNvSpPr/>
          <p:nvPr/>
        </p:nvSpPr>
        <p:spPr>
          <a:xfrm>
            <a:off x="4165338" y="1521592"/>
            <a:ext cx="813300" cy="662700"/>
          </a:xfrm>
          <a:prstGeom prst="snip2DiagRect">
            <a:avLst>
              <a:gd name="adj1" fmla="val 0"/>
              <a:gd name="adj2" fmla="val 22095"/>
            </a:avLst>
          </a:prstGeom>
          <a:solidFill>
            <a:schemeClr val="accen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 dirty="0">
              <a:solidFill>
                <a:srgbClr val="FFFFFF"/>
              </a:solidFill>
              <a:latin typeface="Kanit" panose="020B0604020202020204" charset="-34"/>
              <a:ea typeface="Kanit SemiBold"/>
              <a:cs typeface="Kanit" panose="020B0604020202020204" charset="-34"/>
              <a:sym typeface="Kanit SemiBold"/>
            </a:endParaRPr>
          </a:p>
        </p:txBody>
      </p:sp>
      <p:sp>
        <p:nvSpPr>
          <p:cNvPr id="1073" name="Google Shape;1073;p46">
            <a:extLst>
              <a:ext uri="{FF2B5EF4-FFF2-40B4-BE49-F238E27FC236}">
                <a16:creationId xmlns:a16="http://schemas.microsoft.com/office/drawing/2014/main" id="{D5A2FD41-FF8C-72CF-983A-188363739048}"/>
              </a:ext>
            </a:extLst>
          </p:cNvPr>
          <p:cNvSpPr/>
          <p:nvPr/>
        </p:nvSpPr>
        <p:spPr>
          <a:xfrm>
            <a:off x="6776988" y="1525654"/>
            <a:ext cx="813300" cy="662700"/>
          </a:xfrm>
          <a:prstGeom prst="snip2DiagRect">
            <a:avLst>
              <a:gd name="adj1" fmla="val 0"/>
              <a:gd name="adj2" fmla="val 22095"/>
            </a:avLst>
          </a:prstGeom>
          <a:solidFill>
            <a:schemeClr val="accen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 dirty="0">
              <a:solidFill>
                <a:srgbClr val="FFFFFF"/>
              </a:solidFill>
              <a:latin typeface="Kanit" panose="020B0604020202020204" charset="-34"/>
              <a:ea typeface="Kanit SemiBold"/>
              <a:cs typeface="Kanit" panose="020B0604020202020204" charset="-34"/>
              <a:sym typeface="Kanit SemiBold"/>
            </a:endParaRPr>
          </a:p>
        </p:txBody>
      </p:sp>
      <p:sp>
        <p:nvSpPr>
          <p:cNvPr id="1074" name="Google Shape;1074;p46">
            <a:extLst>
              <a:ext uri="{FF2B5EF4-FFF2-40B4-BE49-F238E27FC236}">
                <a16:creationId xmlns:a16="http://schemas.microsoft.com/office/drawing/2014/main" id="{5835AF33-4FA4-7E06-C5F8-87E1A0E31C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nit" panose="020B0604020202020204" charset="-34"/>
                <a:cs typeface="Kanit" panose="020B0604020202020204" charset="-34"/>
              </a:rPr>
              <a:t>Descriere (Nevoie)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1075" name="Google Shape;1075;p46">
            <a:extLst>
              <a:ext uri="{FF2B5EF4-FFF2-40B4-BE49-F238E27FC236}">
                <a16:creationId xmlns:a16="http://schemas.microsoft.com/office/drawing/2014/main" id="{17859923-97D1-3851-CD8A-91AD11279E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8011" y="2921237"/>
            <a:ext cx="2477289" cy="15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• [x]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Sistem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funcțional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End-to-End cu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interfață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grafică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. </a:t>
            </a:r>
          </a:p>
          <a:p>
            <a:pPr algn="r"/>
            <a:endParaRPr lang="en-US" dirty="0">
              <a:latin typeface="Kanit" panose="020B0604020202020204" charset="-34"/>
              <a:cs typeface="Kanit" panose="020B0604020202020204" charset="-34"/>
            </a:endParaRPr>
          </a:p>
          <a:p>
            <a:pPr algn="r"/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• [x]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Integrarea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contextului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macroeconomic a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redus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semnalele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false. </a:t>
            </a:r>
          </a:p>
          <a:p>
            <a:pPr algn="r"/>
            <a:endParaRPr lang="en-US" dirty="0">
              <a:latin typeface="Kanit" panose="020B0604020202020204" charset="-34"/>
              <a:cs typeface="Kanit" panose="020B0604020202020204" charset="-34"/>
            </a:endParaRPr>
          </a:p>
          <a:p>
            <a:pPr algn="r"/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• [x]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Validare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financiară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pozitivă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(+10%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peste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benchmark).</a:t>
            </a:r>
            <a:endParaRPr lang="en-US" dirty="0">
              <a:latin typeface="Kanit" panose="020B0604020202020204" charset="-34"/>
              <a:ea typeface="Inter" panose="020B0604020202020204" charset="0"/>
              <a:cs typeface="Kanit" panose="020B0604020202020204" charset="-34"/>
            </a:endParaRPr>
          </a:p>
        </p:txBody>
      </p:sp>
      <p:sp>
        <p:nvSpPr>
          <p:cNvPr id="1076" name="Google Shape;1076;p46">
            <a:extLst>
              <a:ext uri="{FF2B5EF4-FFF2-40B4-BE49-F238E27FC236}">
                <a16:creationId xmlns:a16="http://schemas.microsoft.com/office/drawing/2014/main" id="{FD7A389E-585C-B596-F5DA-79B8BD3E60C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174274" y="2898340"/>
            <a:ext cx="2375662" cy="15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• Lag temporal (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reacție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întârziată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la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șocuri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bruște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). </a:t>
            </a:r>
          </a:p>
          <a:p>
            <a:pPr algn="r"/>
            <a:endParaRPr lang="en-US" dirty="0">
              <a:latin typeface="Kanit" panose="020B0604020202020204" charset="-34"/>
              <a:cs typeface="Kanit" panose="020B0604020202020204" charset="-34"/>
            </a:endParaRPr>
          </a:p>
          <a:p>
            <a:pPr algn="r"/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•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Lipsa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analizei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fundamentale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(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știri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).</a:t>
            </a:r>
          </a:p>
        </p:txBody>
      </p:sp>
      <p:sp>
        <p:nvSpPr>
          <p:cNvPr id="1077" name="Google Shape;1077;p46">
            <a:extLst>
              <a:ext uri="{FF2B5EF4-FFF2-40B4-BE49-F238E27FC236}">
                <a16:creationId xmlns:a16="http://schemas.microsoft.com/office/drawing/2014/main" id="{EE5F88FD-4468-6A5F-D243-11414CE6685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859374" y="2916320"/>
            <a:ext cx="2276326" cy="15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it-IT" dirty="0">
                <a:latin typeface="Kanit" panose="020B0604020202020204" charset="-34"/>
                <a:cs typeface="Kanit" panose="020B0604020202020204" charset="-34"/>
              </a:rPr>
              <a:t>Integrare analiză sentiment (NLP) pe știri financiare.</a:t>
            </a:r>
            <a:endParaRPr lang="en-US" dirty="0"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1078" name="Google Shape;1078;p46">
            <a:extLst>
              <a:ext uri="{FF2B5EF4-FFF2-40B4-BE49-F238E27FC236}">
                <a16:creationId xmlns:a16="http://schemas.microsoft.com/office/drawing/2014/main" id="{E512480B-D09D-8360-C1F5-DC45D051993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898041" y="2076366"/>
            <a:ext cx="21753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nit" panose="020B0604020202020204" charset="-34"/>
                <a:cs typeface="Kanit" panose="020B0604020202020204" charset="-34"/>
              </a:rPr>
              <a:t>Realizari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1079" name="Google Shape;1079;p46">
            <a:extLst>
              <a:ext uri="{FF2B5EF4-FFF2-40B4-BE49-F238E27FC236}">
                <a16:creationId xmlns:a16="http://schemas.microsoft.com/office/drawing/2014/main" id="{3DEAF8A9-3B19-180E-D6DB-ADE264D54964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483984" y="2071968"/>
            <a:ext cx="21753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Kanit" panose="020B0604020202020204" charset="-34"/>
                <a:cs typeface="Kanit" panose="020B0604020202020204" charset="-34"/>
              </a:rPr>
              <a:t>Limitari</a:t>
            </a: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1080" name="Google Shape;1080;p46">
            <a:extLst>
              <a:ext uri="{FF2B5EF4-FFF2-40B4-BE49-F238E27FC236}">
                <a16:creationId xmlns:a16="http://schemas.microsoft.com/office/drawing/2014/main" id="{A0E2E3D2-1EBB-8664-E4F2-AB5B1F0F56AE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859374" y="2071968"/>
            <a:ext cx="2458354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Direcții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 </a:t>
            </a:r>
            <a:r>
              <a:rPr lang="en-US" dirty="0" err="1">
                <a:latin typeface="Kanit" panose="020B0604020202020204" charset="-34"/>
                <a:cs typeface="Kanit" panose="020B0604020202020204" charset="-34"/>
              </a:rPr>
              <a:t>Viitoare</a:t>
            </a:r>
            <a:r>
              <a:rPr lang="en-US" dirty="0">
                <a:latin typeface="Kanit" panose="020B0604020202020204" charset="-34"/>
                <a:cs typeface="Kanit" panose="020B0604020202020204" charset="-34"/>
              </a:rPr>
              <a:t>:</a:t>
            </a:r>
          </a:p>
        </p:txBody>
      </p:sp>
      <p:grpSp>
        <p:nvGrpSpPr>
          <p:cNvPr id="2" name="Google Shape;1752;p73">
            <a:extLst>
              <a:ext uri="{FF2B5EF4-FFF2-40B4-BE49-F238E27FC236}">
                <a16:creationId xmlns:a16="http://schemas.microsoft.com/office/drawing/2014/main" id="{95215300-2C4E-8F85-96F8-9AB7672D2A50}"/>
              </a:ext>
            </a:extLst>
          </p:cNvPr>
          <p:cNvGrpSpPr/>
          <p:nvPr/>
        </p:nvGrpSpPr>
        <p:grpSpPr>
          <a:xfrm>
            <a:off x="1818610" y="1657168"/>
            <a:ext cx="283429" cy="413040"/>
            <a:chOff x="2920334" y="3164651"/>
            <a:chExt cx="283429" cy="413040"/>
          </a:xfrm>
        </p:grpSpPr>
        <p:sp>
          <p:nvSpPr>
            <p:cNvPr id="3" name="Google Shape;1753;p73">
              <a:extLst>
                <a:ext uri="{FF2B5EF4-FFF2-40B4-BE49-F238E27FC236}">
                  <a16:creationId xmlns:a16="http://schemas.microsoft.com/office/drawing/2014/main" id="{2D2EC87F-EA50-FD17-80EF-59922DFE745E}"/>
                </a:ext>
              </a:extLst>
            </p:cNvPr>
            <p:cNvSpPr/>
            <p:nvPr/>
          </p:nvSpPr>
          <p:spPr>
            <a:xfrm>
              <a:off x="2920334" y="3164651"/>
              <a:ext cx="283429" cy="413040"/>
            </a:xfrm>
            <a:custGeom>
              <a:avLst/>
              <a:gdLst/>
              <a:ahLst/>
              <a:cxnLst/>
              <a:rect l="l" t="t" r="r" b="b"/>
              <a:pathLst>
                <a:path w="283429" h="413040" extrusionOk="0">
                  <a:moveTo>
                    <a:pt x="242312" y="41910"/>
                  </a:moveTo>
                  <a:cubicBezTo>
                    <a:pt x="187673" y="-13152"/>
                    <a:pt x="98169" y="-14705"/>
                    <a:pt x="41732" y="41681"/>
                  </a:cubicBezTo>
                  <a:cubicBezTo>
                    <a:pt x="-16539" y="99901"/>
                    <a:pt x="-12493" y="192412"/>
                    <a:pt x="45785" y="246032"/>
                  </a:cubicBezTo>
                  <a:cubicBezTo>
                    <a:pt x="68164" y="266621"/>
                    <a:pt x="80998" y="296273"/>
                    <a:pt x="80998" y="327383"/>
                  </a:cubicBezTo>
                  <a:lnTo>
                    <a:pt x="80998" y="372574"/>
                  </a:lnTo>
                  <a:cubicBezTo>
                    <a:pt x="80998" y="374774"/>
                    <a:pt x="81905" y="376822"/>
                    <a:pt x="83361" y="378278"/>
                  </a:cubicBezTo>
                  <a:lnTo>
                    <a:pt x="115761" y="410678"/>
                  </a:lnTo>
                  <a:cubicBezTo>
                    <a:pt x="117275" y="412191"/>
                    <a:pt x="119326" y="413041"/>
                    <a:pt x="121465" y="413041"/>
                  </a:cubicBezTo>
                  <a:lnTo>
                    <a:pt x="161965" y="413041"/>
                  </a:lnTo>
                  <a:cubicBezTo>
                    <a:pt x="164104" y="413041"/>
                    <a:pt x="166156" y="412191"/>
                    <a:pt x="167669" y="410678"/>
                  </a:cubicBezTo>
                  <a:lnTo>
                    <a:pt x="200068" y="378278"/>
                  </a:lnTo>
                  <a:cubicBezTo>
                    <a:pt x="201512" y="376834"/>
                    <a:pt x="202431" y="374765"/>
                    <a:pt x="202431" y="372574"/>
                  </a:cubicBezTo>
                  <a:lnTo>
                    <a:pt x="202431" y="327279"/>
                  </a:lnTo>
                  <a:cubicBezTo>
                    <a:pt x="202431" y="296522"/>
                    <a:pt x="215525" y="266667"/>
                    <a:pt x="238357" y="245370"/>
                  </a:cubicBezTo>
                  <a:cubicBezTo>
                    <a:pt x="296470" y="191168"/>
                    <a:pt x="299028" y="99064"/>
                    <a:pt x="242312" y="41910"/>
                  </a:cubicBezTo>
                  <a:close/>
                  <a:moveTo>
                    <a:pt x="158623" y="396907"/>
                  </a:moveTo>
                  <a:lnTo>
                    <a:pt x="124808" y="396907"/>
                  </a:lnTo>
                  <a:lnTo>
                    <a:pt x="108541" y="380641"/>
                  </a:lnTo>
                  <a:lnTo>
                    <a:pt x="174889" y="380641"/>
                  </a:lnTo>
                  <a:close/>
                  <a:moveTo>
                    <a:pt x="186297" y="364507"/>
                  </a:moveTo>
                  <a:lnTo>
                    <a:pt x="97132" y="364507"/>
                  </a:lnTo>
                  <a:lnTo>
                    <a:pt x="97132" y="348242"/>
                  </a:lnTo>
                  <a:lnTo>
                    <a:pt x="186297" y="348242"/>
                  </a:lnTo>
                  <a:close/>
                  <a:moveTo>
                    <a:pt x="186297" y="332108"/>
                  </a:moveTo>
                  <a:lnTo>
                    <a:pt x="97132" y="332108"/>
                  </a:lnTo>
                  <a:cubicBezTo>
                    <a:pt x="97085" y="328981"/>
                    <a:pt x="97327" y="323884"/>
                    <a:pt x="96605" y="315842"/>
                  </a:cubicBezTo>
                  <a:lnTo>
                    <a:pt x="186834" y="315842"/>
                  </a:lnTo>
                  <a:cubicBezTo>
                    <a:pt x="186089" y="323932"/>
                    <a:pt x="186342" y="329106"/>
                    <a:pt x="186297" y="332108"/>
                  </a:cubicBezTo>
                  <a:close/>
                  <a:moveTo>
                    <a:pt x="227353" y="233572"/>
                  </a:moveTo>
                  <a:cubicBezTo>
                    <a:pt x="208167" y="251467"/>
                    <a:pt x="195007" y="274676"/>
                    <a:pt x="189381" y="299707"/>
                  </a:cubicBezTo>
                  <a:lnTo>
                    <a:pt x="94117" y="299707"/>
                  </a:lnTo>
                  <a:cubicBezTo>
                    <a:pt x="88588" y="274570"/>
                    <a:pt x="75622" y="251559"/>
                    <a:pt x="56709" y="234157"/>
                  </a:cubicBezTo>
                  <a:cubicBezTo>
                    <a:pt x="5245" y="186809"/>
                    <a:pt x="1302" y="104880"/>
                    <a:pt x="53135" y="53093"/>
                  </a:cubicBezTo>
                  <a:cubicBezTo>
                    <a:pt x="77587" y="28665"/>
                    <a:pt x="109684" y="15846"/>
                    <a:pt x="142769" y="16150"/>
                  </a:cubicBezTo>
                  <a:cubicBezTo>
                    <a:pt x="211434" y="16713"/>
                    <a:pt x="267296" y="73046"/>
                    <a:pt x="267296" y="141726"/>
                  </a:cubicBezTo>
                  <a:cubicBezTo>
                    <a:pt x="267296" y="176420"/>
                    <a:pt x="252738" y="209896"/>
                    <a:pt x="227353" y="2335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4" name="Google Shape;1754;p73">
              <a:extLst>
                <a:ext uri="{FF2B5EF4-FFF2-40B4-BE49-F238E27FC236}">
                  <a16:creationId xmlns:a16="http://schemas.microsoft.com/office/drawing/2014/main" id="{DF2EE939-800B-7DC4-32A7-288D1E1FC0F3}"/>
                </a:ext>
              </a:extLst>
            </p:cNvPr>
            <p:cNvSpPr/>
            <p:nvPr/>
          </p:nvSpPr>
          <p:spPr>
            <a:xfrm>
              <a:off x="2968933" y="3213261"/>
              <a:ext cx="186232" cy="186232"/>
            </a:xfrm>
            <a:custGeom>
              <a:avLst/>
              <a:gdLst/>
              <a:ahLst/>
              <a:cxnLst/>
              <a:rect l="l" t="t" r="r" b="b"/>
              <a:pathLst>
                <a:path w="186232" h="186232" extrusionOk="0">
                  <a:moveTo>
                    <a:pt x="93116" y="0"/>
                  </a:moveTo>
                  <a:cubicBezTo>
                    <a:pt x="41772" y="0"/>
                    <a:pt x="0" y="41772"/>
                    <a:pt x="0" y="93116"/>
                  </a:cubicBezTo>
                  <a:cubicBezTo>
                    <a:pt x="0" y="144460"/>
                    <a:pt x="41772" y="186233"/>
                    <a:pt x="93116" y="186233"/>
                  </a:cubicBezTo>
                  <a:cubicBezTo>
                    <a:pt x="144461" y="186233"/>
                    <a:pt x="186233" y="144461"/>
                    <a:pt x="186233" y="93116"/>
                  </a:cubicBezTo>
                  <a:cubicBezTo>
                    <a:pt x="186232" y="41772"/>
                    <a:pt x="144460" y="0"/>
                    <a:pt x="93116" y="0"/>
                  </a:cubicBezTo>
                  <a:close/>
                  <a:moveTo>
                    <a:pt x="93116" y="170099"/>
                  </a:moveTo>
                  <a:cubicBezTo>
                    <a:pt x="50669" y="170099"/>
                    <a:pt x="16134" y="135564"/>
                    <a:pt x="16134" y="93116"/>
                  </a:cubicBezTo>
                  <a:cubicBezTo>
                    <a:pt x="16134" y="50669"/>
                    <a:pt x="50669" y="16134"/>
                    <a:pt x="93116" y="16134"/>
                  </a:cubicBezTo>
                  <a:cubicBezTo>
                    <a:pt x="135564" y="16134"/>
                    <a:pt x="170099" y="50669"/>
                    <a:pt x="170099" y="93116"/>
                  </a:cubicBezTo>
                  <a:cubicBezTo>
                    <a:pt x="170098" y="135564"/>
                    <a:pt x="135564" y="170099"/>
                    <a:pt x="93116" y="1700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5" name="Google Shape;1755;p73">
              <a:extLst>
                <a:ext uri="{FF2B5EF4-FFF2-40B4-BE49-F238E27FC236}">
                  <a16:creationId xmlns:a16="http://schemas.microsoft.com/office/drawing/2014/main" id="{CEE6AC1D-BB5A-A088-12E8-B403A4416690}"/>
                </a:ext>
              </a:extLst>
            </p:cNvPr>
            <p:cNvSpPr/>
            <p:nvPr/>
          </p:nvSpPr>
          <p:spPr>
            <a:xfrm>
              <a:off x="3033800" y="3249914"/>
              <a:ext cx="56894" cy="112938"/>
            </a:xfrm>
            <a:custGeom>
              <a:avLst/>
              <a:gdLst/>
              <a:ahLst/>
              <a:cxnLst/>
              <a:rect l="l" t="t" r="r" b="b"/>
              <a:pathLst>
                <a:path w="56894" h="112938" extrusionOk="0">
                  <a:moveTo>
                    <a:pt x="38925" y="48432"/>
                  </a:moveTo>
                  <a:cubicBezTo>
                    <a:pt x="31929" y="45961"/>
                    <a:pt x="24195" y="42975"/>
                    <a:pt x="19874" y="39587"/>
                  </a:cubicBezTo>
                  <a:cubicBezTo>
                    <a:pt x="18594" y="38583"/>
                    <a:pt x="18046" y="36245"/>
                    <a:pt x="18514" y="33770"/>
                  </a:cubicBezTo>
                  <a:cubicBezTo>
                    <a:pt x="18748" y="32524"/>
                    <a:pt x="19845" y="28360"/>
                    <a:pt x="24085" y="27082"/>
                  </a:cubicBezTo>
                  <a:cubicBezTo>
                    <a:pt x="32372" y="24585"/>
                    <a:pt x="37101" y="28409"/>
                    <a:pt x="37966" y="29202"/>
                  </a:cubicBezTo>
                  <a:lnTo>
                    <a:pt x="37974" y="29209"/>
                  </a:lnTo>
                  <a:cubicBezTo>
                    <a:pt x="41257" y="32219"/>
                    <a:pt x="46357" y="31994"/>
                    <a:pt x="49368" y="28711"/>
                  </a:cubicBezTo>
                  <a:cubicBezTo>
                    <a:pt x="52378" y="25427"/>
                    <a:pt x="52153" y="20321"/>
                    <a:pt x="48870" y="17310"/>
                  </a:cubicBezTo>
                  <a:cubicBezTo>
                    <a:pt x="47192" y="15772"/>
                    <a:pt x="42785" y="12288"/>
                    <a:pt x="36034" y="10790"/>
                  </a:cubicBezTo>
                  <a:lnTo>
                    <a:pt x="36034" y="8067"/>
                  </a:lnTo>
                  <a:cubicBezTo>
                    <a:pt x="36034" y="3612"/>
                    <a:pt x="32423" y="0"/>
                    <a:pt x="27967" y="0"/>
                  </a:cubicBezTo>
                  <a:cubicBezTo>
                    <a:pt x="23512" y="0"/>
                    <a:pt x="19900" y="3612"/>
                    <a:pt x="19900" y="8067"/>
                  </a:cubicBezTo>
                  <a:lnTo>
                    <a:pt x="19900" y="11502"/>
                  </a:lnTo>
                  <a:cubicBezTo>
                    <a:pt x="19744" y="11548"/>
                    <a:pt x="19590" y="11586"/>
                    <a:pt x="19432" y="11633"/>
                  </a:cubicBezTo>
                  <a:cubicBezTo>
                    <a:pt x="1165" y="17136"/>
                    <a:pt x="-3478" y="41776"/>
                    <a:pt x="9917" y="52283"/>
                  </a:cubicBezTo>
                  <a:cubicBezTo>
                    <a:pt x="14880" y="56174"/>
                    <a:pt x="21727" y="59466"/>
                    <a:pt x="33547" y="63645"/>
                  </a:cubicBezTo>
                  <a:cubicBezTo>
                    <a:pt x="41178" y="66342"/>
                    <a:pt x="41013" y="72508"/>
                    <a:pt x="40588" y="75034"/>
                  </a:cubicBezTo>
                  <a:cubicBezTo>
                    <a:pt x="39722" y="80188"/>
                    <a:pt x="35386" y="85757"/>
                    <a:pt x="27915" y="85807"/>
                  </a:cubicBezTo>
                  <a:cubicBezTo>
                    <a:pt x="20491" y="85858"/>
                    <a:pt x="18176" y="85490"/>
                    <a:pt x="12484" y="81766"/>
                  </a:cubicBezTo>
                  <a:cubicBezTo>
                    <a:pt x="8756" y="79327"/>
                    <a:pt x="3757" y="80372"/>
                    <a:pt x="1317" y="84100"/>
                  </a:cubicBezTo>
                  <a:cubicBezTo>
                    <a:pt x="-1121" y="87828"/>
                    <a:pt x="-78" y="92827"/>
                    <a:pt x="3652" y="95267"/>
                  </a:cubicBezTo>
                  <a:cubicBezTo>
                    <a:pt x="9817" y="99300"/>
                    <a:pt x="14390" y="100973"/>
                    <a:pt x="19900" y="101603"/>
                  </a:cubicBezTo>
                  <a:lnTo>
                    <a:pt x="19900" y="104871"/>
                  </a:lnTo>
                  <a:cubicBezTo>
                    <a:pt x="19900" y="109326"/>
                    <a:pt x="23512" y="112938"/>
                    <a:pt x="27967" y="112938"/>
                  </a:cubicBezTo>
                  <a:cubicBezTo>
                    <a:pt x="32423" y="112938"/>
                    <a:pt x="36034" y="109326"/>
                    <a:pt x="36034" y="104871"/>
                  </a:cubicBezTo>
                  <a:lnTo>
                    <a:pt x="36034" y="100801"/>
                  </a:lnTo>
                  <a:cubicBezTo>
                    <a:pt x="47503" y="97504"/>
                    <a:pt x="54846" y="87540"/>
                    <a:pt x="56499" y="77709"/>
                  </a:cubicBezTo>
                  <a:cubicBezTo>
                    <a:pt x="58689" y="64687"/>
                    <a:pt x="51625" y="52922"/>
                    <a:pt x="38925" y="484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</p:grpSp>
      <p:grpSp>
        <p:nvGrpSpPr>
          <p:cNvPr id="6" name="Google Shape;1639;p73">
            <a:extLst>
              <a:ext uri="{FF2B5EF4-FFF2-40B4-BE49-F238E27FC236}">
                <a16:creationId xmlns:a16="http://schemas.microsoft.com/office/drawing/2014/main" id="{FEE4D480-CA06-83DF-AD87-7A001F3982FA}"/>
              </a:ext>
            </a:extLst>
          </p:cNvPr>
          <p:cNvGrpSpPr/>
          <p:nvPr/>
        </p:nvGrpSpPr>
        <p:grpSpPr>
          <a:xfrm>
            <a:off x="4396639" y="1661210"/>
            <a:ext cx="413029" cy="404955"/>
            <a:chOff x="4228278" y="1918783"/>
            <a:chExt cx="413029" cy="404955"/>
          </a:xfrm>
        </p:grpSpPr>
        <p:sp>
          <p:nvSpPr>
            <p:cNvPr id="7" name="Google Shape;1640;p73">
              <a:extLst>
                <a:ext uri="{FF2B5EF4-FFF2-40B4-BE49-F238E27FC236}">
                  <a16:creationId xmlns:a16="http://schemas.microsoft.com/office/drawing/2014/main" id="{4228993A-BA07-6FB0-B866-2756C89E4A58}"/>
                </a:ext>
              </a:extLst>
            </p:cNvPr>
            <p:cNvSpPr/>
            <p:nvPr/>
          </p:nvSpPr>
          <p:spPr>
            <a:xfrm>
              <a:off x="4280472" y="2322392"/>
              <a:ext cx="62" cy="41"/>
            </a:xfrm>
            <a:custGeom>
              <a:avLst/>
              <a:gdLst/>
              <a:ahLst/>
              <a:cxnLst/>
              <a:rect l="l" t="t" r="r" b="b"/>
              <a:pathLst>
                <a:path w="62" h="41" extrusionOk="0">
                  <a:moveTo>
                    <a:pt x="62" y="42"/>
                  </a:moveTo>
                  <a:cubicBezTo>
                    <a:pt x="45" y="30"/>
                    <a:pt x="24" y="16"/>
                    <a:pt x="0" y="0"/>
                  </a:cubicBezTo>
                  <a:cubicBezTo>
                    <a:pt x="28" y="19"/>
                    <a:pt x="43" y="29"/>
                    <a:pt x="62" y="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8" name="Google Shape;1641;p73">
              <a:extLst>
                <a:ext uri="{FF2B5EF4-FFF2-40B4-BE49-F238E27FC236}">
                  <a16:creationId xmlns:a16="http://schemas.microsoft.com/office/drawing/2014/main" id="{B5CDC402-0F1D-BAED-141C-06BF9EEBAC2E}"/>
                </a:ext>
              </a:extLst>
            </p:cNvPr>
            <p:cNvSpPr/>
            <p:nvPr/>
          </p:nvSpPr>
          <p:spPr>
            <a:xfrm>
              <a:off x="4280535" y="2322434"/>
              <a:ext cx="64" cy="42"/>
            </a:xfrm>
            <a:custGeom>
              <a:avLst/>
              <a:gdLst/>
              <a:ahLst/>
              <a:cxnLst/>
              <a:rect l="l" t="t" r="r" b="b"/>
              <a:pathLst>
                <a:path w="64" h="42" extrusionOk="0">
                  <a:moveTo>
                    <a:pt x="0" y="0"/>
                  </a:moveTo>
                  <a:cubicBezTo>
                    <a:pt x="86" y="57"/>
                    <a:pt x="86" y="57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9" name="Google Shape;1642;p73">
              <a:extLst>
                <a:ext uri="{FF2B5EF4-FFF2-40B4-BE49-F238E27FC236}">
                  <a16:creationId xmlns:a16="http://schemas.microsoft.com/office/drawing/2014/main" id="{02F08624-8EEA-689F-D814-295A5197AC2B}"/>
                </a:ext>
              </a:extLst>
            </p:cNvPr>
            <p:cNvSpPr/>
            <p:nvPr/>
          </p:nvSpPr>
          <p:spPr>
            <a:xfrm>
              <a:off x="4228278" y="1918783"/>
              <a:ext cx="413029" cy="404955"/>
            </a:xfrm>
            <a:custGeom>
              <a:avLst/>
              <a:gdLst/>
              <a:ahLst/>
              <a:cxnLst/>
              <a:rect l="l" t="t" r="r" b="b"/>
              <a:pathLst>
                <a:path w="413029" h="404955" extrusionOk="0">
                  <a:moveTo>
                    <a:pt x="409374" y="301042"/>
                  </a:moveTo>
                  <a:lnTo>
                    <a:pt x="364430" y="271110"/>
                  </a:lnTo>
                  <a:lnTo>
                    <a:pt x="364430" y="133852"/>
                  </a:lnTo>
                  <a:lnTo>
                    <a:pt x="409434" y="103881"/>
                  </a:lnTo>
                  <a:cubicBezTo>
                    <a:pt x="411679" y="102384"/>
                    <a:pt x="413029" y="99864"/>
                    <a:pt x="413029" y="97167"/>
                  </a:cubicBezTo>
                  <a:cubicBezTo>
                    <a:pt x="413029" y="31172"/>
                    <a:pt x="413026" y="41523"/>
                    <a:pt x="413026" y="40378"/>
                  </a:cubicBezTo>
                  <a:cubicBezTo>
                    <a:pt x="413004" y="37785"/>
                    <a:pt x="411710" y="35199"/>
                    <a:pt x="409368" y="33677"/>
                  </a:cubicBezTo>
                  <a:lnTo>
                    <a:pt x="360834" y="1353"/>
                  </a:lnTo>
                  <a:cubicBezTo>
                    <a:pt x="358125" y="-451"/>
                    <a:pt x="354599" y="-451"/>
                    <a:pt x="351891" y="1353"/>
                  </a:cubicBezTo>
                  <a:lnTo>
                    <a:pt x="303349" y="33682"/>
                  </a:lnTo>
                  <a:cubicBezTo>
                    <a:pt x="301198" y="35083"/>
                    <a:pt x="299696" y="37585"/>
                    <a:pt x="299696" y="40491"/>
                  </a:cubicBezTo>
                  <a:lnTo>
                    <a:pt x="299696" y="64766"/>
                  </a:lnTo>
                  <a:lnTo>
                    <a:pt x="113333" y="64766"/>
                  </a:lnTo>
                  <a:cubicBezTo>
                    <a:pt x="113333" y="51067"/>
                    <a:pt x="113333" y="54421"/>
                    <a:pt x="113333" y="40434"/>
                  </a:cubicBezTo>
                  <a:cubicBezTo>
                    <a:pt x="113333" y="37630"/>
                    <a:pt x="111864" y="35107"/>
                    <a:pt x="109679" y="33681"/>
                  </a:cubicBezTo>
                  <a:lnTo>
                    <a:pt x="61138" y="1353"/>
                  </a:lnTo>
                  <a:cubicBezTo>
                    <a:pt x="58430" y="-450"/>
                    <a:pt x="54903" y="-450"/>
                    <a:pt x="52195" y="1353"/>
                  </a:cubicBezTo>
                  <a:lnTo>
                    <a:pt x="3652" y="33683"/>
                  </a:lnTo>
                  <a:cubicBezTo>
                    <a:pt x="1470" y="35100"/>
                    <a:pt x="0" y="37617"/>
                    <a:pt x="0" y="40491"/>
                  </a:cubicBezTo>
                  <a:lnTo>
                    <a:pt x="0" y="97167"/>
                  </a:lnTo>
                  <a:cubicBezTo>
                    <a:pt x="0" y="99865"/>
                    <a:pt x="1350" y="102385"/>
                    <a:pt x="3595" y="103881"/>
                  </a:cubicBezTo>
                  <a:lnTo>
                    <a:pt x="48599" y="133852"/>
                  </a:lnTo>
                  <a:lnTo>
                    <a:pt x="48599" y="271110"/>
                  </a:lnTo>
                  <a:lnTo>
                    <a:pt x="3653" y="301043"/>
                  </a:lnTo>
                  <a:cubicBezTo>
                    <a:pt x="1440" y="302491"/>
                    <a:pt x="0" y="305024"/>
                    <a:pt x="0" y="307849"/>
                  </a:cubicBezTo>
                  <a:lnTo>
                    <a:pt x="0" y="364528"/>
                  </a:lnTo>
                  <a:cubicBezTo>
                    <a:pt x="0" y="367226"/>
                    <a:pt x="1350" y="369746"/>
                    <a:pt x="3595" y="371242"/>
                  </a:cubicBezTo>
                  <a:cubicBezTo>
                    <a:pt x="4608" y="371917"/>
                    <a:pt x="49492" y="401809"/>
                    <a:pt x="52196" y="403609"/>
                  </a:cubicBezTo>
                  <a:cubicBezTo>
                    <a:pt x="52207" y="403616"/>
                    <a:pt x="52219" y="403622"/>
                    <a:pt x="52231" y="403629"/>
                  </a:cubicBezTo>
                  <a:cubicBezTo>
                    <a:pt x="54932" y="405421"/>
                    <a:pt x="58477" y="405370"/>
                    <a:pt x="61103" y="403629"/>
                  </a:cubicBezTo>
                  <a:cubicBezTo>
                    <a:pt x="61115" y="403622"/>
                    <a:pt x="61127" y="403616"/>
                    <a:pt x="61139" y="403609"/>
                  </a:cubicBezTo>
                  <a:cubicBezTo>
                    <a:pt x="62816" y="402502"/>
                    <a:pt x="51304" y="410160"/>
                    <a:pt x="109738" y="371242"/>
                  </a:cubicBezTo>
                  <a:cubicBezTo>
                    <a:pt x="111984" y="369746"/>
                    <a:pt x="113334" y="367226"/>
                    <a:pt x="113334" y="364528"/>
                  </a:cubicBezTo>
                  <a:lnTo>
                    <a:pt x="113334" y="348263"/>
                  </a:lnTo>
                  <a:lnTo>
                    <a:pt x="299696" y="348263"/>
                  </a:lnTo>
                  <a:lnTo>
                    <a:pt x="299696" y="364528"/>
                  </a:lnTo>
                  <a:cubicBezTo>
                    <a:pt x="299696" y="367226"/>
                    <a:pt x="301046" y="369746"/>
                    <a:pt x="303292" y="371242"/>
                  </a:cubicBezTo>
                  <a:cubicBezTo>
                    <a:pt x="310313" y="375919"/>
                    <a:pt x="344899" y="398953"/>
                    <a:pt x="351891" y="403609"/>
                  </a:cubicBezTo>
                  <a:cubicBezTo>
                    <a:pt x="354521" y="405362"/>
                    <a:pt x="358079" y="405445"/>
                    <a:pt x="360834" y="403609"/>
                  </a:cubicBezTo>
                  <a:lnTo>
                    <a:pt x="360862" y="403591"/>
                  </a:lnTo>
                  <a:cubicBezTo>
                    <a:pt x="360868" y="403587"/>
                    <a:pt x="360874" y="403583"/>
                    <a:pt x="360880" y="403579"/>
                  </a:cubicBezTo>
                  <a:lnTo>
                    <a:pt x="409434" y="371242"/>
                  </a:lnTo>
                  <a:cubicBezTo>
                    <a:pt x="411679" y="369746"/>
                    <a:pt x="413029" y="367226"/>
                    <a:pt x="413029" y="364528"/>
                  </a:cubicBezTo>
                  <a:lnTo>
                    <a:pt x="413029" y="307849"/>
                  </a:lnTo>
                  <a:cubicBezTo>
                    <a:pt x="413029" y="304984"/>
                    <a:pt x="411567" y="302477"/>
                    <a:pt x="409374" y="301042"/>
                  </a:cubicBezTo>
                  <a:close/>
                  <a:moveTo>
                    <a:pt x="396895" y="92847"/>
                  </a:moveTo>
                  <a:lnTo>
                    <a:pt x="364430" y="114468"/>
                  </a:lnTo>
                  <a:lnTo>
                    <a:pt x="364430" y="77150"/>
                  </a:lnTo>
                  <a:lnTo>
                    <a:pt x="396895" y="55507"/>
                  </a:lnTo>
                  <a:close/>
                  <a:moveTo>
                    <a:pt x="356363" y="17759"/>
                  </a:moveTo>
                  <a:lnTo>
                    <a:pt x="390414" y="40437"/>
                  </a:lnTo>
                  <a:lnTo>
                    <a:pt x="356363" y="63138"/>
                  </a:lnTo>
                  <a:lnTo>
                    <a:pt x="322311" y="40437"/>
                  </a:lnTo>
                  <a:close/>
                  <a:moveTo>
                    <a:pt x="315830" y="55507"/>
                  </a:moveTo>
                  <a:lnTo>
                    <a:pt x="348296" y="77150"/>
                  </a:lnTo>
                  <a:lnTo>
                    <a:pt x="348296" y="114468"/>
                  </a:lnTo>
                  <a:lnTo>
                    <a:pt x="315830" y="92847"/>
                  </a:lnTo>
                  <a:close/>
                  <a:moveTo>
                    <a:pt x="56666" y="17759"/>
                  </a:moveTo>
                  <a:lnTo>
                    <a:pt x="90718" y="40437"/>
                  </a:lnTo>
                  <a:lnTo>
                    <a:pt x="56666" y="63138"/>
                  </a:lnTo>
                  <a:lnTo>
                    <a:pt x="22615" y="40437"/>
                  </a:lnTo>
                  <a:close/>
                  <a:moveTo>
                    <a:pt x="97199" y="55507"/>
                  </a:moveTo>
                  <a:lnTo>
                    <a:pt x="97199" y="92847"/>
                  </a:lnTo>
                  <a:lnTo>
                    <a:pt x="64733" y="114468"/>
                  </a:lnTo>
                  <a:lnTo>
                    <a:pt x="64733" y="77150"/>
                  </a:lnTo>
                  <a:close/>
                  <a:moveTo>
                    <a:pt x="16134" y="92847"/>
                  </a:moveTo>
                  <a:lnTo>
                    <a:pt x="16134" y="55507"/>
                  </a:lnTo>
                  <a:lnTo>
                    <a:pt x="48599" y="77150"/>
                  </a:lnTo>
                  <a:lnTo>
                    <a:pt x="48599" y="114468"/>
                  </a:lnTo>
                  <a:close/>
                  <a:moveTo>
                    <a:pt x="48599" y="381830"/>
                  </a:moveTo>
                  <a:lnTo>
                    <a:pt x="16134" y="360209"/>
                  </a:lnTo>
                  <a:lnTo>
                    <a:pt x="16134" y="322870"/>
                  </a:lnTo>
                  <a:lnTo>
                    <a:pt x="48599" y="344514"/>
                  </a:lnTo>
                  <a:close/>
                  <a:moveTo>
                    <a:pt x="56666" y="330501"/>
                  </a:moveTo>
                  <a:lnTo>
                    <a:pt x="22615" y="307799"/>
                  </a:lnTo>
                  <a:lnTo>
                    <a:pt x="56666" y="285122"/>
                  </a:lnTo>
                  <a:lnTo>
                    <a:pt x="90718" y="307799"/>
                  </a:lnTo>
                  <a:close/>
                  <a:moveTo>
                    <a:pt x="97199" y="360209"/>
                  </a:moveTo>
                  <a:lnTo>
                    <a:pt x="64733" y="381831"/>
                  </a:lnTo>
                  <a:lnTo>
                    <a:pt x="64733" y="344514"/>
                  </a:lnTo>
                  <a:lnTo>
                    <a:pt x="97199" y="322870"/>
                  </a:lnTo>
                  <a:close/>
                  <a:moveTo>
                    <a:pt x="299696" y="307796"/>
                  </a:moveTo>
                  <a:lnTo>
                    <a:pt x="299696" y="307825"/>
                  </a:lnTo>
                  <a:lnTo>
                    <a:pt x="299696" y="332129"/>
                  </a:lnTo>
                  <a:lnTo>
                    <a:pt x="113333" y="332129"/>
                  </a:lnTo>
                  <a:cubicBezTo>
                    <a:pt x="113333" y="321756"/>
                    <a:pt x="113333" y="325790"/>
                    <a:pt x="113333" y="307796"/>
                  </a:cubicBezTo>
                  <a:cubicBezTo>
                    <a:pt x="113333" y="305040"/>
                    <a:pt x="111900" y="302497"/>
                    <a:pt x="109679" y="301043"/>
                  </a:cubicBezTo>
                  <a:lnTo>
                    <a:pt x="64734" y="271111"/>
                  </a:lnTo>
                  <a:lnTo>
                    <a:pt x="64734" y="133852"/>
                  </a:lnTo>
                  <a:lnTo>
                    <a:pt x="109738" y="103881"/>
                  </a:lnTo>
                  <a:cubicBezTo>
                    <a:pt x="111984" y="102384"/>
                    <a:pt x="113334" y="99864"/>
                    <a:pt x="113334" y="97167"/>
                  </a:cubicBezTo>
                  <a:lnTo>
                    <a:pt x="113334" y="80900"/>
                  </a:lnTo>
                  <a:lnTo>
                    <a:pt x="299696" y="80900"/>
                  </a:lnTo>
                  <a:lnTo>
                    <a:pt x="299696" y="97167"/>
                  </a:lnTo>
                  <a:cubicBezTo>
                    <a:pt x="299696" y="99865"/>
                    <a:pt x="301046" y="102385"/>
                    <a:pt x="303292" y="103881"/>
                  </a:cubicBezTo>
                  <a:lnTo>
                    <a:pt x="348296" y="133852"/>
                  </a:lnTo>
                  <a:lnTo>
                    <a:pt x="348296" y="271110"/>
                  </a:lnTo>
                  <a:lnTo>
                    <a:pt x="303349" y="301044"/>
                  </a:lnTo>
                  <a:cubicBezTo>
                    <a:pt x="301106" y="302507"/>
                    <a:pt x="299696" y="305062"/>
                    <a:pt x="299696" y="307796"/>
                  </a:cubicBezTo>
                  <a:close/>
                  <a:moveTo>
                    <a:pt x="348296" y="381830"/>
                  </a:moveTo>
                  <a:lnTo>
                    <a:pt x="315830" y="360208"/>
                  </a:lnTo>
                  <a:lnTo>
                    <a:pt x="315830" y="322869"/>
                  </a:lnTo>
                  <a:lnTo>
                    <a:pt x="348296" y="344513"/>
                  </a:lnTo>
                  <a:close/>
                  <a:moveTo>
                    <a:pt x="356363" y="330501"/>
                  </a:moveTo>
                  <a:lnTo>
                    <a:pt x="322311" y="307799"/>
                  </a:lnTo>
                  <a:lnTo>
                    <a:pt x="356363" y="285122"/>
                  </a:lnTo>
                  <a:lnTo>
                    <a:pt x="390415" y="307799"/>
                  </a:lnTo>
                  <a:close/>
                  <a:moveTo>
                    <a:pt x="396895" y="360209"/>
                  </a:moveTo>
                  <a:lnTo>
                    <a:pt x="364430" y="381831"/>
                  </a:lnTo>
                  <a:lnTo>
                    <a:pt x="364430" y="344514"/>
                  </a:lnTo>
                  <a:lnTo>
                    <a:pt x="396895" y="32287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0" name="Google Shape;1643;p73">
              <a:extLst>
                <a:ext uri="{FF2B5EF4-FFF2-40B4-BE49-F238E27FC236}">
                  <a16:creationId xmlns:a16="http://schemas.microsoft.com/office/drawing/2014/main" id="{1F5124D0-B6B3-C132-A413-5BF2166C8FC4}"/>
                </a:ext>
              </a:extLst>
            </p:cNvPr>
            <p:cNvSpPr/>
            <p:nvPr/>
          </p:nvSpPr>
          <p:spPr>
            <a:xfrm>
              <a:off x="4341676" y="2032182"/>
              <a:ext cx="186232" cy="186231"/>
            </a:xfrm>
            <a:custGeom>
              <a:avLst/>
              <a:gdLst/>
              <a:ahLst/>
              <a:cxnLst/>
              <a:rect l="l" t="t" r="r" b="b"/>
              <a:pathLst>
                <a:path w="186232" h="186231" extrusionOk="0">
                  <a:moveTo>
                    <a:pt x="93116" y="0"/>
                  </a:moveTo>
                  <a:cubicBezTo>
                    <a:pt x="41772" y="0"/>
                    <a:pt x="0" y="41772"/>
                    <a:pt x="0" y="93116"/>
                  </a:cubicBezTo>
                  <a:cubicBezTo>
                    <a:pt x="0" y="144461"/>
                    <a:pt x="41772" y="186232"/>
                    <a:pt x="93116" y="186232"/>
                  </a:cubicBezTo>
                  <a:cubicBezTo>
                    <a:pt x="144461" y="186232"/>
                    <a:pt x="186233" y="144460"/>
                    <a:pt x="186233" y="93115"/>
                  </a:cubicBezTo>
                  <a:cubicBezTo>
                    <a:pt x="186233" y="41771"/>
                    <a:pt x="144460" y="0"/>
                    <a:pt x="93116" y="0"/>
                  </a:cubicBezTo>
                  <a:close/>
                  <a:moveTo>
                    <a:pt x="93116" y="170098"/>
                  </a:moveTo>
                  <a:cubicBezTo>
                    <a:pt x="50668" y="170098"/>
                    <a:pt x="16134" y="135563"/>
                    <a:pt x="16134" y="93115"/>
                  </a:cubicBezTo>
                  <a:cubicBezTo>
                    <a:pt x="16134" y="50668"/>
                    <a:pt x="50668" y="16134"/>
                    <a:pt x="93116" y="16134"/>
                  </a:cubicBezTo>
                  <a:cubicBezTo>
                    <a:pt x="135565" y="16134"/>
                    <a:pt x="170099" y="50669"/>
                    <a:pt x="170099" y="93116"/>
                  </a:cubicBezTo>
                  <a:cubicBezTo>
                    <a:pt x="170099" y="135564"/>
                    <a:pt x="135565" y="170098"/>
                    <a:pt x="93116" y="1700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1" name="Google Shape;1644;p73">
              <a:extLst>
                <a:ext uri="{FF2B5EF4-FFF2-40B4-BE49-F238E27FC236}">
                  <a16:creationId xmlns:a16="http://schemas.microsoft.com/office/drawing/2014/main" id="{23316D60-B976-3CF5-997E-D895862A59B6}"/>
                </a:ext>
              </a:extLst>
            </p:cNvPr>
            <p:cNvSpPr/>
            <p:nvPr/>
          </p:nvSpPr>
          <p:spPr>
            <a:xfrm>
              <a:off x="4406346" y="2070442"/>
              <a:ext cx="56893" cy="112937"/>
            </a:xfrm>
            <a:custGeom>
              <a:avLst/>
              <a:gdLst/>
              <a:ahLst/>
              <a:cxnLst/>
              <a:rect l="l" t="t" r="r" b="b"/>
              <a:pathLst>
                <a:path w="56893" h="112937" extrusionOk="0">
                  <a:moveTo>
                    <a:pt x="38924" y="48430"/>
                  </a:moveTo>
                  <a:cubicBezTo>
                    <a:pt x="31928" y="45957"/>
                    <a:pt x="24194" y="42972"/>
                    <a:pt x="19874" y="39583"/>
                  </a:cubicBezTo>
                  <a:cubicBezTo>
                    <a:pt x="18593" y="38579"/>
                    <a:pt x="18047" y="36241"/>
                    <a:pt x="18513" y="33768"/>
                  </a:cubicBezTo>
                  <a:cubicBezTo>
                    <a:pt x="18748" y="32521"/>
                    <a:pt x="19843" y="28356"/>
                    <a:pt x="24085" y="27078"/>
                  </a:cubicBezTo>
                  <a:cubicBezTo>
                    <a:pt x="32161" y="24645"/>
                    <a:pt x="36752" y="28087"/>
                    <a:pt x="37968" y="29200"/>
                  </a:cubicBezTo>
                  <a:cubicBezTo>
                    <a:pt x="37968" y="29200"/>
                    <a:pt x="37977" y="29208"/>
                    <a:pt x="37977" y="29208"/>
                  </a:cubicBezTo>
                  <a:cubicBezTo>
                    <a:pt x="41263" y="32217"/>
                    <a:pt x="46362" y="31990"/>
                    <a:pt x="49370" y="28704"/>
                  </a:cubicBezTo>
                  <a:cubicBezTo>
                    <a:pt x="52379" y="25419"/>
                    <a:pt x="52150" y="20313"/>
                    <a:pt x="48866" y="17303"/>
                  </a:cubicBezTo>
                  <a:cubicBezTo>
                    <a:pt x="47188" y="15767"/>
                    <a:pt x="42783" y="12286"/>
                    <a:pt x="36037" y="10788"/>
                  </a:cubicBezTo>
                  <a:lnTo>
                    <a:pt x="36037" y="8067"/>
                  </a:lnTo>
                  <a:cubicBezTo>
                    <a:pt x="36037" y="3612"/>
                    <a:pt x="32426" y="0"/>
                    <a:pt x="27971" y="0"/>
                  </a:cubicBezTo>
                  <a:cubicBezTo>
                    <a:pt x="23515" y="0"/>
                    <a:pt x="19904" y="3612"/>
                    <a:pt x="19904" y="8067"/>
                  </a:cubicBezTo>
                  <a:lnTo>
                    <a:pt x="19904" y="11499"/>
                  </a:lnTo>
                  <a:cubicBezTo>
                    <a:pt x="1048" y="16906"/>
                    <a:pt x="-3475" y="41775"/>
                    <a:pt x="9917" y="52280"/>
                  </a:cubicBezTo>
                  <a:cubicBezTo>
                    <a:pt x="14880" y="56171"/>
                    <a:pt x="21726" y="59463"/>
                    <a:pt x="33547" y="63642"/>
                  </a:cubicBezTo>
                  <a:cubicBezTo>
                    <a:pt x="41177" y="66339"/>
                    <a:pt x="41012" y="72504"/>
                    <a:pt x="40588" y="75030"/>
                  </a:cubicBezTo>
                  <a:cubicBezTo>
                    <a:pt x="39724" y="80170"/>
                    <a:pt x="35407" y="85721"/>
                    <a:pt x="27971" y="85800"/>
                  </a:cubicBezTo>
                  <a:cubicBezTo>
                    <a:pt x="20457" y="85880"/>
                    <a:pt x="18109" y="85444"/>
                    <a:pt x="12484" y="81763"/>
                  </a:cubicBezTo>
                  <a:cubicBezTo>
                    <a:pt x="8756" y="79325"/>
                    <a:pt x="3757" y="80369"/>
                    <a:pt x="1317" y="84097"/>
                  </a:cubicBezTo>
                  <a:cubicBezTo>
                    <a:pt x="-1121" y="87824"/>
                    <a:pt x="-78" y="92824"/>
                    <a:pt x="3651" y="95264"/>
                  </a:cubicBezTo>
                  <a:cubicBezTo>
                    <a:pt x="9818" y="99298"/>
                    <a:pt x="14391" y="100971"/>
                    <a:pt x="19903" y="101599"/>
                  </a:cubicBezTo>
                  <a:lnTo>
                    <a:pt x="19903" y="104871"/>
                  </a:lnTo>
                  <a:cubicBezTo>
                    <a:pt x="19903" y="109325"/>
                    <a:pt x="23514" y="112938"/>
                    <a:pt x="27970" y="112938"/>
                  </a:cubicBezTo>
                  <a:cubicBezTo>
                    <a:pt x="32425" y="112938"/>
                    <a:pt x="36037" y="109325"/>
                    <a:pt x="36037" y="104871"/>
                  </a:cubicBezTo>
                  <a:lnTo>
                    <a:pt x="36037" y="100796"/>
                  </a:lnTo>
                  <a:cubicBezTo>
                    <a:pt x="47503" y="97498"/>
                    <a:pt x="54846" y="87536"/>
                    <a:pt x="56499" y="77705"/>
                  </a:cubicBezTo>
                  <a:cubicBezTo>
                    <a:pt x="58688" y="64684"/>
                    <a:pt x="51624" y="52919"/>
                    <a:pt x="38924" y="484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</p:grpSp>
      <p:grpSp>
        <p:nvGrpSpPr>
          <p:cNvPr id="12" name="Google Shape;1836;p73">
            <a:extLst>
              <a:ext uri="{FF2B5EF4-FFF2-40B4-BE49-F238E27FC236}">
                <a16:creationId xmlns:a16="http://schemas.microsoft.com/office/drawing/2014/main" id="{D86833E6-4430-6AE0-9CBE-1FAC74015974}"/>
              </a:ext>
            </a:extLst>
          </p:cNvPr>
          <p:cNvGrpSpPr/>
          <p:nvPr/>
        </p:nvGrpSpPr>
        <p:grpSpPr>
          <a:xfrm>
            <a:off x="7001424" y="1658941"/>
            <a:ext cx="364427" cy="413027"/>
            <a:chOff x="6998072" y="3789603"/>
            <a:chExt cx="364427" cy="413027"/>
          </a:xfrm>
        </p:grpSpPr>
        <p:sp>
          <p:nvSpPr>
            <p:cNvPr id="13" name="Google Shape;1837;p73">
              <a:extLst>
                <a:ext uri="{FF2B5EF4-FFF2-40B4-BE49-F238E27FC236}">
                  <a16:creationId xmlns:a16="http://schemas.microsoft.com/office/drawing/2014/main" id="{CEE9A474-1EB1-9873-3120-ACAAF8FE3816}"/>
                </a:ext>
              </a:extLst>
            </p:cNvPr>
            <p:cNvSpPr/>
            <p:nvPr/>
          </p:nvSpPr>
          <p:spPr>
            <a:xfrm>
              <a:off x="6998072" y="3789603"/>
              <a:ext cx="364427" cy="413027"/>
            </a:xfrm>
            <a:custGeom>
              <a:avLst/>
              <a:gdLst/>
              <a:ahLst/>
              <a:cxnLst/>
              <a:rect l="l" t="t" r="r" b="b"/>
              <a:pathLst>
                <a:path w="364427" h="413027" extrusionOk="0">
                  <a:moveTo>
                    <a:pt x="268013" y="154198"/>
                  </a:moveTo>
                  <a:cubicBezTo>
                    <a:pt x="260103" y="125890"/>
                    <a:pt x="238448" y="103067"/>
                    <a:pt x="210532" y="93709"/>
                  </a:cubicBezTo>
                  <a:lnTo>
                    <a:pt x="210532" y="72831"/>
                  </a:lnTo>
                  <a:lnTo>
                    <a:pt x="226765" y="72831"/>
                  </a:lnTo>
                  <a:cubicBezTo>
                    <a:pt x="229853" y="72831"/>
                    <a:pt x="232670" y="71067"/>
                    <a:pt x="234020" y="68290"/>
                  </a:cubicBezTo>
                  <a:cubicBezTo>
                    <a:pt x="235370" y="65513"/>
                    <a:pt x="235016" y="62208"/>
                    <a:pt x="233108" y="59779"/>
                  </a:cubicBezTo>
                  <a:lnTo>
                    <a:pt x="188559" y="3080"/>
                  </a:lnTo>
                  <a:cubicBezTo>
                    <a:pt x="185328" y="-1031"/>
                    <a:pt x="179097" y="-1022"/>
                    <a:pt x="175872" y="3080"/>
                  </a:cubicBezTo>
                  <a:lnTo>
                    <a:pt x="131322" y="59779"/>
                  </a:lnTo>
                  <a:cubicBezTo>
                    <a:pt x="129414" y="62208"/>
                    <a:pt x="129060" y="65513"/>
                    <a:pt x="130410" y="68290"/>
                  </a:cubicBezTo>
                  <a:cubicBezTo>
                    <a:pt x="131760" y="71067"/>
                    <a:pt x="134577" y="72831"/>
                    <a:pt x="137665" y="72831"/>
                  </a:cubicBezTo>
                  <a:lnTo>
                    <a:pt x="153898" y="72831"/>
                  </a:lnTo>
                  <a:lnTo>
                    <a:pt x="153898" y="93709"/>
                  </a:lnTo>
                  <a:cubicBezTo>
                    <a:pt x="125984" y="103068"/>
                    <a:pt x="104328" y="125891"/>
                    <a:pt x="96418" y="154198"/>
                  </a:cubicBezTo>
                  <a:cubicBezTo>
                    <a:pt x="44439" y="149911"/>
                    <a:pt x="0" y="191084"/>
                    <a:pt x="0" y="242962"/>
                  </a:cubicBezTo>
                  <a:cubicBezTo>
                    <a:pt x="0" y="292073"/>
                    <a:pt x="39955" y="332027"/>
                    <a:pt x="89066" y="332027"/>
                  </a:cubicBezTo>
                  <a:lnTo>
                    <a:pt x="97198" y="332027"/>
                  </a:lnTo>
                  <a:lnTo>
                    <a:pt x="97198" y="344210"/>
                  </a:lnTo>
                  <a:cubicBezTo>
                    <a:pt x="97198" y="348665"/>
                    <a:pt x="100811" y="352277"/>
                    <a:pt x="105265" y="352277"/>
                  </a:cubicBezTo>
                  <a:lnTo>
                    <a:pt x="117819" y="352277"/>
                  </a:lnTo>
                  <a:cubicBezTo>
                    <a:pt x="118342" y="353664"/>
                    <a:pt x="118910" y="355034"/>
                    <a:pt x="119522" y="356385"/>
                  </a:cubicBezTo>
                  <a:lnTo>
                    <a:pt x="110643" y="365263"/>
                  </a:lnTo>
                  <a:cubicBezTo>
                    <a:pt x="107493" y="368413"/>
                    <a:pt x="107493" y="373520"/>
                    <a:pt x="110643" y="376672"/>
                  </a:cubicBezTo>
                  <a:lnTo>
                    <a:pt x="133552" y="399582"/>
                  </a:lnTo>
                  <a:cubicBezTo>
                    <a:pt x="136701" y="402730"/>
                    <a:pt x="141809" y="402731"/>
                    <a:pt x="144961" y="399582"/>
                  </a:cubicBezTo>
                  <a:lnTo>
                    <a:pt x="153840" y="390703"/>
                  </a:lnTo>
                  <a:cubicBezTo>
                    <a:pt x="155190" y="391315"/>
                    <a:pt x="156560" y="391882"/>
                    <a:pt x="157946" y="392405"/>
                  </a:cubicBezTo>
                  <a:lnTo>
                    <a:pt x="157946" y="404960"/>
                  </a:lnTo>
                  <a:cubicBezTo>
                    <a:pt x="157946" y="409415"/>
                    <a:pt x="161558" y="413027"/>
                    <a:pt x="166013" y="413027"/>
                  </a:cubicBezTo>
                  <a:lnTo>
                    <a:pt x="198414" y="413027"/>
                  </a:lnTo>
                  <a:cubicBezTo>
                    <a:pt x="202868" y="413027"/>
                    <a:pt x="206481" y="409415"/>
                    <a:pt x="206481" y="404960"/>
                  </a:cubicBezTo>
                  <a:lnTo>
                    <a:pt x="206481" y="392405"/>
                  </a:lnTo>
                  <a:cubicBezTo>
                    <a:pt x="207867" y="391882"/>
                    <a:pt x="209237" y="391314"/>
                    <a:pt x="210588" y="390703"/>
                  </a:cubicBezTo>
                  <a:lnTo>
                    <a:pt x="219466" y="399582"/>
                  </a:lnTo>
                  <a:cubicBezTo>
                    <a:pt x="222616" y="402730"/>
                    <a:pt x="227725" y="402731"/>
                    <a:pt x="230875" y="399582"/>
                  </a:cubicBezTo>
                  <a:lnTo>
                    <a:pt x="253785" y="376672"/>
                  </a:lnTo>
                  <a:cubicBezTo>
                    <a:pt x="256932" y="373522"/>
                    <a:pt x="256934" y="368413"/>
                    <a:pt x="253785" y="365263"/>
                  </a:cubicBezTo>
                  <a:lnTo>
                    <a:pt x="244905" y="356385"/>
                  </a:lnTo>
                  <a:cubicBezTo>
                    <a:pt x="245518" y="355034"/>
                    <a:pt x="246085" y="353664"/>
                    <a:pt x="246608" y="352277"/>
                  </a:cubicBezTo>
                  <a:lnTo>
                    <a:pt x="259162" y="352277"/>
                  </a:lnTo>
                  <a:cubicBezTo>
                    <a:pt x="263617" y="352277"/>
                    <a:pt x="267229" y="348665"/>
                    <a:pt x="267229" y="344210"/>
                  </a:cubicBezTo>
                  <a:lnTo>
                    <a:pt x="267229" y="332027"/>
                  </a:lnTo>
                  <a:lnTo>
                    <a:pt x="275361" y="332027"/>
                  </a:lnTo>
                  <a:cubicBezTo>
                    <a:pt x="324472" y="332027"/>
                    <a:pt x="364427" y="292073"/>
                    <a:pt x="364427" y="242962"/>
                  </a:cubicBezTo>
                  <a:cubicBezTo>
                    <a:pt x="364430" y="191018"/>
                    <a:pt x="319925" y="149916"/>
                    <a:pt x="268013" y="154198"/>
                  </a:cubicBezTo>
                  <a:close/>
                  <a:moveTo>
                    <a:pt x="182216" y="21121"/>
                  </a:moveTo>
                  <a:lnTo>
                    <a:pt x="210167" y="56697"/>
                  </a:lnTo>
                  <a:lnTo>
                    <a:pt x="202465" y="56697"/>
                  </a:lnTo>
                  <a:cubicBezTo>
                    <a:pt x="198010" y="56697"/>
                    <a:pt x="194398" y="60309"/>
                    <a:pt x="194398" y="64764"/>
                  </a:cubicBezTo>
                  <a:lnTo>
                    <a:pt x="194398" y="161996"/>
                  </a:lnTo>
                  <a:lnTo>
                    <a:pt x="170033" y="161996"/>
                  </a:lnTo>
                  <a:lnTo>
                    <a:pt x="170033" y="64764"/>
                  </a:lnTo>
                  <a:cubicBezTo>
                    <a:pt x="170033" y="60309"/>
                    <a:pt x="166422" y="56697"/>
                    <a:pt x="161966" y="56697"/>
                  </a:cubicBezTo>
                  <a:lnTo>
                    <a:pt x="154264" y="56697"/>
                  </a:lnTo>
                  <a:close/>
                  <a:moveTo>
                    <a:pt x="251097" y="336143"/>
                  </a:moveTo>
                  <a:lnTo>
                    <a:pt x="240763" y="336143"/>
                  </a:lnTo>
                  <a:cubicBezTo>
                    <a:pt x="237134" y="336143"/>
                    <a:pt x="233953" y="338566"/>
                    <a:pt x="232986" y="342063"/>
                  </a:cubicBezTo>
                  <a:cubicBezTo>
                    <a:pt x="231841" y="346213"/>
                    <a:pt x="230180" y="350218"/>
                    <a:pt x="228051" y="353970"/>
                  </a:cubicBezTo>
                  <a:cubicBezTo>
                    <a:pt x="226258" y="357126"/>
                    <a:pt x="226796" y="361090"/>
                    <a:pt x="229362" y="363657"/>
                  </a:cubicBezTo>
                  <a:lnTo>
                    <a:pt x="236672" y="370968"/>
                  </a:lnTo>
                  <a:lnTo>
                    <a:pt x="225171" y="382469"/>
                  </a:lnTo>
                  <a:lnTo>
                    <a:pt x="217859" y="375158"/>
                  </a:lnTo>
                  <a:cubicBezTo>
                    <a:pt x="215291" y="372591"/>
                    <a:pt x="211326" y="372054"/>
                    <a:pt x="208171" y="373848"/>
                  </a:cubicBezTo>
                  <a:cubicBezTo>
                    <a:pt x="204423" y="375977"/>
                    <a:pt x="200417" y="377637"/>
                    <a:pt x="196266" y="378784"/>
                  </a:cubicBezTo>
                  <a:cubicBezTo>
                    <a:pt x="192768" y="379750"/>
                    <a:pt x="190347" y="382932"/>
                    <a:pt x="190347" y="386560"/>
                  </a:cubicBezTo>
                  <a:lnTo>
                    <a:pt x="190347" y="396895"/>
                  </a:lnTo>
                  <a:lnTo>
                    <a:pt x="174080" y="396895"/>
                  </a:lnTo>
                  <a:lnTo>
                    <a:pt x="174080" y="386560"/>
                  </a:lnTo>
                  <a:cubicBezTo>
                    <a:pt x="174080" y="382932"/>
                    <a:pt x="171659" y="379751"/>
                    <a:pt x="168161" y="378784"/>
                  </a:cubicBezTo>
                  <a:cubicBezTo>
                    <a:pt x="164010" y="377637"/>
                    <a:pt x="160005" y="375977"/>
                    <a:pt x="156256" y="373848"/>
                  </a:cubicBezTo>
                  <a:cubicBezTo>
                    <a:pt x="153101" y="372054"/>
                    <a:pt x="149136" y="372591"/>
                    <a:pt x="146568" y="375158"/>
                  </a:cubicBezTo>
                  <a:lnTo>
                    <a:pt x="139257" y="382469"/>
                  </a:lnTo>
                  <a:lnTo>
                    <a:pt x="127756" y="370968"/>
                  </a:lnTo>
                  <a:lnTo>
                    <a:pt x="135066" y="363657"/>
                  </a:lnTo>
                  <a:cubicBezTo>
                    <a:pt x="137632" y="361090"/>
                    <a:pt x="138169" y="357126"/>
                    <a:pt x="136377" y="353970"/>
                  </a:cubicBezTo>
                  <a:cubicBezTo>
                    <a:pt x="134247" y="350219"/>
                    <a:pt x="132587" y="346213"/>
                    <a:pt x="131442" y="342063"/>
                  </a:cubicBezTo>
                  <a:cubicBezTo>
                    <a:pt x="130476" y="338566"/>
                    <a:pt x="127294" y="336143"/>
                    <a:pt x="123665" y="336143"/>
                  </a:cubicBezTo>
                  <a:lnTo>
                    <a:pt x="113330" y="336143"/>
                  </a:lnTo>
                  <a:lnTo>
                    <a:pt x="113330" y="319879"/>
                  </a:lnTo>
                  <a:lnTo>
                    <a:pt x="123665" y="319879"/>
                  </a:lnTo>
                  <a:cubicBezTo>
                    <a:pt x="127294" y="319879"/>
                    <a:pt x="130475" y="317456"/>
                    <a:pt x="131442" y="313959"/>
                  </a:cubicBezTo>
                  <a:cubicBezTo>
                    <a:pt x="132587" y="309809"/>
                    <a:pt x="134248" y="305803"/>
                    <a:pt x="136377" y="302051"/>
                  </a:cubicBezTo>
                  <a:cubicBezTo>
                    <a:pt x="138169" y="298896"/>
                    <a:pt x="137632" y="294931"/>
                    <a:pt x="135066" y="292365"/>
                  </a:cubicBezTo>
                  <a:lnTo>
                    <a:pt x="127756" y="285055"/>
                  </a:lnTo>
                  <a:lnTo>
                    <a:pt x="139257" y="273553"/>
                  </a:lnTo>
                  <a:lnTo>
                    <a:pt x="146568" y="280863"/>
                  </a:lnTo>
                  <a:cubicBezTo>
                    <a:pt x="149136" y="283430"/>
                    <a:pt x="153098" y="283967"/>
                    <a:pt x="156256" y="282174"/>
                  </a:cubicBezTo>
                  <a:cubicBezTo>
                    <a:pt x="160004" y="280045"/>
                    <a:pt x="164010" y="278385"/>
                    <a:pt x="168161" y="277238"/>
                  </a:cubicBezTo>
                  <a:cubicBezTo>
                    <a:pt x="171659" y="276273"/>
                    <a:pt x="174080" y="273090"/>
                    <a:pt x="174080" y="269462"/>
                  </a:cubicBezTo>
                  <a:lnTo>
                    <a:pt x="174080" y="259128"/>
                  </a:lnTo>
                  <a:lnTo>
                    <a:pt x="190347" y="259128"/>
                  </a:lnTo>
                  <a:lnTo>
                    <a:pt x="190347" y="269462"/>
                  </a:lnTo>
                  <a:cubicBezTo>
                    <a:pt x="190347" y="273090"/>
                    <a:pt x="192768" y="276272"/>
                    <a:pt x="196266" y="277238"/>
                  </a:cubicBezTo>
                  <a:cubicBezTo>
                    <a:pt x="200417" y="278385"/>
                    <a:pt x="204422" y="280045"/>
                    <a:pt x="208171" y="282174"/>
                  </a:cubicBezTo>
                  <a:cubicBezTo>
                    <a:pt x="211326" y="283965"/>
                    <a:pt x="215291" y="283430"/>
                    <a:pt x="217859" y="280863"/>
                  </a:cubicBezTo>
                  <a:lnTo>
                    <a:pt x="225171" y="273552"/>
                  </a:lnTo>
                  <a:lnTo>
                    <a:pt x="236672" y="285054"/>
                  </a:lnTo>
                  <a:lnTo>
                    <a:pt x="229362" y="292364"/>
                  </a:lnTo>
                  <a:cubicBezTo>
                    <a:pt x="226796" y="294931"/>
                    <a:pt x="226258" y="298895"/>
                    <a:pt x="228051" y="302051"/>
                  </a:cubicBezTo>
                  <a:cubicBezTo>
                    <a:pt x="230181" y="305802"/>
                    <a:pt x="231841" y="309808"/>
                    <a:pt x="232986" y="313958"/>
                  </a:cubicBezTo>
                  <a:cubicBezTo>
                    <a:pt x="233952" y="317455"/>
                    <a:pt x="237134" y="319878"/>
                    <a:pt x="240763" y="319878"/>
                  </a:cubicBezTo>
                  <a:lnTo>
                    <a:pt x="251097" y="319878"/>
                  </a:lnTo>
                  <a:close/>
                  <a:moveTo>
                    <a:pt x="275364" y="315893"/>
                  </a:moveTo>
                  <a:lnTo>
                    <a:pt x="267231" y="315893"/>
                  </a:lnTo>
                  <a:lnTo>
                    <a:pt x="267231" y="311811"/>
                  </a:lnTo>
                  <a:cubicBezTo>
                    <a:pt x="267231" y="307356"/>
                    <a:pt x="263619" y="303744"/>
                    <a:pt x="259164" y="303744"/>
                  </a:cubicBezTo>
                  <a:lnTo>
                    <a:pt x="246611" y="303744"/>
                  </a:lnTo>
                  <a:cubicBezTo>
                    <a:pt x="246088" y="302357"/>
                    <a:pt x="245519" y="300987"/>
                    <a:pt x="244908" y="299636"/>
                  </a:cubicBezTo>
                  <a:lnTo>
                    <a:pt x="253787" y="290758"/>
                  </a:lnTo>
                  <a:cubicBezTo>
                    <a:pt x="256935" y="287610"/>
                    <a:pt x="256936" y="282501"/>
                    <a:pt x="253787" y="279349"/>
                  </a:cubicBezTo>
                  <a:lnTo>
                    <a:pt x="230878" y="256439"/>
                  </a:lnTo>
                  <a:cubicBezTo>
                    <a:pt x="227727" y="253291"/>
                    <a:pt x="222621" y="253290"/>
                    <a:pt x="219468" y="256439"/>
                  </a:cubicBezTo>
                  <a:lnTo>
                    <a:pt x="210589" y="265318"/>
                  </a:lnTo>
                  <a:cubicBezTo>
                    <a:pt x="209239" y="264706"/>
                    <a:pt x="207870" y="264138"/>
                    <a:pt x="206483" y="263616"/>
                  </a:cubicBezTo>
                  <a:lnTo>
                    <a:pt x="206483" y="251061"/>
                  </a:lnTo>
                  <a:cubicBezTo>
                    <a:pt x="206483" y="246606"/>
                    <a:pt x="202871" y="242994"/>
                    <a:pt x="198416" y="242994"/>
                  </a:cubicBezTo>
                  <a:lnTo>
                    <a:pt x="166016" y="242994"/>
                  </a:lnTo>
                  <a:cubicBezTo>
                    <a:pt x="161560" y="242994"/>
                    <a:pt x="157949" y="246606"/>
                    <a:pt x="157949" y="251061"/>
                  </a:cubicBezTo>
                  <a:lnTo>
                    <a:pt x="157949" y="263616"/>
                  </a:lnTo>
                  <a:cubicBezTo>
                    <a:pt x="156562" y="264138"/>
                    <a:pt x="155193" y="264707"/>
                    <a:pt x="153843" y="265318"/>
                  </a:cubicBezTo>
                  <a:lnTo>
                    <a:pt x="144964" y="256439"/>
                  </a:lnTo>
                  <a:cubicBezTo>
                    <a:pt x="141814" y="253291"/>
                    <a:pt x="136705" y="253289"/>
                    <a:pt x="133554" y="256439"/>
                  </a:cubicBezTo>
                  <a:lnTo>
                    <a:pt x="110646" y="279349"/>
                  </a:lnTo>
                  <a:cubicBezTo>
                    <a:pt x="107496" y="282500"/>
                    <a:pt x="107496" y="287607"/>
                    <a:pt x="110646" y="290758"/>
                  </a:cubicBezTo>
                  <a:lnTo>
                    <a:pt x="119524" y="299636"/>
                  </a:lnTo>
                  <a:cubicBezTo>
                    <a:pt x="118912" y="300987"/>
                    <a:pt x="118344" y="302357"/>
                    <a:pt x="117821" y="303744"/>
                  </a:cubicBezTo>
                  <a:lnTo>
                    <a:pt x="105268" y="303744"/>
                  </a:lnTo>
                  <a:cubicBezTo>
                    <a:pt x="100813" y="303744"/>
                    <a:pt x="97201" y="307356"/>
                    <a:pt x="97201" y="311811"/>
                  </a:cubicBezTo>
                  <a:lnTo>
                    <a:pt x="97201" y="315893"/>
                  </a:lnTo>
                  <a:lnTo>
                    <a:pt x="89067" y="315893"/>
                  </a:lnTo>
                  <a:cubicBezTo>
                    <a:pt x="48852" y="315893"/>
                    <a:pt x="16136" y="283176"/>
                    <a:pt x="16136" y="242962"/>
                  </a:cubicBezTo>
                  <a:cubicBezTo>
                    <a:pt x="16136" y="198053"/>
                    <a:pt x="56642" y="163495"/>
                    <a:pt x="101273" y="171051"/>
                  </a:cubicBezTo>
                  <a:cubicBezTo>
                    <a:pt x="105610" y="171778"/>
                    <a:pt x="109732" y="168912"/>
                    <a:pt x="110546" y="164589"/>
                  </a:cubicBezTo>
                  <a:cubicBezTo>
                    <a:pt x="115088" y="140457"/>
                    <a:pt x="131643" y="120331"/>
                    <a:pt x="153899" y="110939"/>
                  </a:cubicBezTo>
                  <a:lnTo>
                    <a:pt x="153899" y="170062"/>
                  </a:lnTo>
                  <a:cubicBezTo>
                    <a:pt x="153899" y="174517"/>
                    <a:pt x="157512" y="178129"/>
                    <a:pt x="161966" y="178129"/>
                  </a:cubicBezTo>
                  <a:lnTo>
                    <a:pt x="202465" y="178129"/>
                  </a:lnTo>
                  <a:cubicBezTo>
                    <a:pt x="206919" y="178129"/>
                    <a:pt x="210532" y="174517"/>
                    <a:pt x="210532" y="170062"/>
                  </a:cubicBezTo>
                  <a:lnTo>
                    <a:pt x="210532" y="110939"/>
                  </a:lnTo>
                  <a:cubicBezTo>
                    <a:pt x="232790" y="120331"/>
                    <a:pt x="249344" y="140457"/>
                    <a:pt x="253886" y="164589"/>
                  </a:cubicBezTo>
                  <a:cubicBezTo>
                    <a:pt x="254699" y="168910"/>
                    <a:pt x="258829" y="171781"/>
                    <a:pt x="263159" y="171051"/>
                  </a:cubicBezTo>
                  <a:cubicBezTo>
                    <a:pt x="307795" y="163495"/>
                    <a:pt x="348296" y="198058"/>
                    <a:pt x="348296" y="242962"/>
                  </a:cubicBezTo>
                  <a:cubicBezTo>
                    <a:pt x="348296" y="283177"/>
                    <a:pt x="315579" y="315893"/>
                    <a:pt x="275364" y="3158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  <p:sp>
          <p:nvSpPr>
            <p:cNvPr id="14" name="Google Shape;1838;p73">
              <a:extLst>
                <a:ext uri="{FF2B5EF4-FFF2-40B4-BE49-F238E27FC236}">
                  <a16:creationId xmlns:a16="http://schemas.microsoft.com/office/drawing/2014/main" id="{17EC1C06-28CE-580B-E107-CB8605C039D0}"/>
                </a:ext>
              </a:extLst>
            </p:cNvPr>
            <p:cNvSpPr/>
            <p:nvPr/>
          </p:nvSpPr>
          <p:spPr>
            <a:xfrm>
              <a:off x="7143871" y="4081196"/>
              <a:ext cx="72833" cy="72833"/>
            </a:xfrm>
            <a:custGeom>
              <a:avLst/>
              <a:gdLst/>
              <a:ahLst/>
              <a:cxnLst/>
              <a:rect l="l" t="t" r="r" b="b"/>
              <a:pathLst>
                <a:path w="72833" h="72833" extrusionOk="0">
                  <a:moveTo>
                    <a:pt x="36417" y="0"/>
                  </a:moveTo>
                  <a:cubicBezTo>
                    <a:pt x="16336" y="0"/>
                    <a:pt x="0" y="16336"/>
                    <a:pt x="0" y="36417"/>
                  </a:cubicBezTo>
                  <a:cubicBezTo>
                    <a:pt x="0" y="56497"/>
                    <a:pt x="16336" y="72833"/>
                    <a:pt x="36417" y="72833"/>
                  </a:cubicBezTo>
                  <a:cubicBezTo>
                    <a:pt x="56497" y="72833"/>
                    <a:pt x="72833" y="56497"/>
                    <a:pt x="72833" y="36417"/>
                  </a:cubicBezTo>
                  <a:cubicBezTo>
                    <a:pt x="72833" y="16336"/>
                    <a:pt x="56496" y="0"/>
                    <a:pt x="36417" y="0"/>
                  </a:cubicBezTo>
                  <a:close/>
                  <a:moveTo>
                    <a:pt x="36417" y="56700"/>
                  </a:moveTo>
                  <a:cubicBezTo>
                    <a:pt x="25233" y="56700"/>
                    <a:pt x="16134" y="47601"/>
                    <a:pt x="16134" y="36417"/>
                  </a:cubicBezTo>
                  <a:cubicBezTo>
                    <a:pt x="16134" y="25233"/>
                    <a:pt x="25233" y="16134"/>
                    <a:pt x="36417" y="16134"/>
                  </a:cubicBezTo>
                  <a:cubicBezTo>
                    <a:pt x="47600" y="16134"/>
                    <a:pt x="56700" y="25233"/>
                    <a:pt x="56700" y="36417"/>
                  </a:cubicBezTo>
                  <a:cubicBezTo>
                    <a:pt x="56699" y="47601"/>
                    <a:pt x="47600" y="56700"/>
                    <a:pt x="36417" y="56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Kanit" panose="020B0604020202020204" charset="-34"/>
                <a:ea typeface="Calibri"/>
                <a:cs typeface="Kanit" panose="020B0604020202020204" charset="-34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5014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" name="Google Shape;993;p41"/>
          <p:cNvGrpSpPr/>
          <p:nvPr/>
        </p:nvGrpSpPr>
        <p:grpSpPr>
          <a:xfrm>
            <a:off x="608700" y="155850"/>
            <a:ext cx="7926600" cy="3951300"/>
            <a:chOff x="608700" y="155850"/>
            <a:chExt cx="7926600" cy="3951300"/>
          </a:xfrm>
        </p:grpSpPr>
        <p:sp>
          <p:nvSpPr>
            <p:cNvPr id="994" name="Google Shape;994;p41"/>
            <p:cNvSpPr/>
            <p:nvPr/>
          </p:nvSpPr>
          <p:spPr>
            <a:xfrm>
              <a:off x="608700" y="1081650"/>
              <a:ext cx="7926600" cy="3025500"/>
            </a:xfrm>
            <a:prstGeom prst="snip2DiagRect">
              <a:avLst>
                <a:gd name="adj1" fmla="val 0"/>
                <a:gd name="adj2" fmla="val 13513"/>
              </a:avLst>
            </a:prstGeom>
            <a:solidFill>
              <a:schemeClr val="dk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500">
                  <a:latin typeface="Kanit" panose="020B0604020202020204" charset="-34"/>
                  <a:ea typeface="Inter"/>
                  <a:cs typeface="Kanit" panose="020B0604020202020204" charset="-34"/>
                  <a:sym typeface="Inter"/>
                </a:rPr>
                <a:t> </a:t>
              </a:r>
              <a:endParaRPr sz="1500">
                <a:latin typeface="Kanit" panose="020B0604020202020204" charset="-34"/>
                <a:ea typeface="Inter"/>
                <a:cs typeface="Kanit" panose="020B0604020202020204" charset="-34"/>
                <a:sym typeface="Inter"/>
              </a:endParaRPr>
            </a:p>
          </p:txBody>
        </p:sp>
        <p:grpSp>
          <p:nvGrpSpPr>
            <p:cNvPr id="995" name="Google Shape;995;p41"/>
            <p:cNvGrpSpPr/>
            <p:nvPr/>
          </p:nvGrpSpPr>
          <p:grpSpPr>
            <a:xfrm>
              <a:off x="1101975" y="155850"/>
              <a:ext cx="974406" cy="925800"/>
              <a:chOff x="1101975" y="155850"/>
              <a:chExt cx="974406" cy="925800"/>
            </a:xfrm>
          </p:grpSpPr>
          <p:cxnSp>
            <p:nvCxnSpPr>
              <p:cNvPr id="996" name="Google Shape;996;p41"/>
              <p:cNvCxnSpPr/>
              <p:nvPr/>
            </p:nvCxnSpPr>
            <p:spPr>
              <a:xfrm flipH="1">
                <a:off x="1101975" y="244050"/>
                <a:ext cx="871500" cy="83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97" name="Google Shape;997;p41"/>
              <p:cNvSpPr/>
              <p:nvPr/>
            </p:nvSpPr>
            <p:spPr>
              <a:xfrm flipH="1">
                <a:off x="1920081" y="155850"/>
                <a:ext cx="156300" cy="88200"/>
              </a:xfrm>
              <a:prstGeom prst="ellipse">
                <a:avLst/>
              </a:prstGeom>
              <a:solidFill>
                <a:schemeClr val="dk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Kanit" panose="020B0604020202020204" charset="-34"/>
                  <a:ea typeface="Inter"/>
                  <a:cs typeface="Kanit" panose="020B0604020202020204" charset="-34"/>
                  <a:sym typeface="Inter"/>
                </a:endParaRPr>
              </a:p>
            </p:txBody>
          </p:sp>
        </p:grpSp>
      </p:grpSp>
      <p:sp>
        <p:nvSpPr>
          <p:cNvPr id="998" name="Google Shape;998;p41"/>
          <p:cNvSpPr txBox="1">
            <a:spLocks noGrp="1"/>
          </p:cNvSpPr>
          <p:nvPr>
            <p:ph type="title"/>
          </p:nvPr>
        </p:nvSpPr>
        <p:spPr>
          <a:xfrm>
            <a:off x="1581500" y="979189"/>
            <a:ext cx="6023100" cy="131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>
                <a:latin typeface="Kanit" panose="020B0604020202020204" charset="-34"/>
                <a:cs typeface="Kanit" panose="020B0604020202020204" charset="-34"/>
              </a:rPr>
              <a:t>Bibliografie</a:t>
            </a:r>
            <a:endParaRPr sz="6600" dirty="0">
              <a:latin typeface="Kanit" panose="020B0604020202020204" charset="-34"/>
              <a:cs typeface="Kanit" panose="020B0604020202020204" charset="-34"/>
            </a:endParaRPr>
          </a:p>
        </p:txBody>
      </p:sp>
      <p:sp>
        <p:nvSpPr>
          <p:cNvPr id="999" name="Google Shape;999;p41"/>
          <p:cNvSpPr txBox="1">
            <a:spLocks noGrp="1"/>
          </p:cNvSpPr>
          <p:nvPr>
            <p:ph type="subTitle" idx="1"/>
          </p:nvPr>
        </p:nvSpPr>
        <p:spPr>
          <a:xfrm>
            <a:off x="1045029" y="2236249"/>
            <a:ext cx="7053942" cy="6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AutoNum type="arabicPeriod"/>
            </a:pPr>
            <a:r>
              <a:rPr lang="en-US" sz="900" dirty="0">
                <a:latin typeface="Kanit" panose="020B0604020202020204" charset="-34"/>
                <a:cs typeface="Kanit" panose="020B0604020202020204" charset="-34"/>
              </a:rPr>
              <a:t>[Dataquest], [Predict The Stock Market With Machine Learning And Python], [2023]. </a:t>
            </a:r>
          </a:p>
          <a:p>
            <a:pPr marL="152400" indent="0"/>
            <a:r>
              <a:rPr lang="en-US" sz="900" dirty="0">
                <a:latin typeface="Kanit" panose="020B0604020202020204" charset="-34"/>
                <a:cs typeface="Kanit" panose="020B0604020202020204" charset="-34"/>
              </a:rPr>
              <a:t>URL: [https://www.youtube.com/watch?v=1O_BenficgE&amp;t]</a:t>
            </a:r>
          </a:p>
          <a:p>
            <a:pPr marL="152400" indent="0"/>
            <a:endParaRPr lang="en-US" sz="900" dirty="0">
              <a:latin typeface="Kanit" panose="020B0604020202020204" charset="-34"/>
              <a:cs typeface="Kanit" panose="020B0604020202020204" charset="-34"/>
            </a:endParaRPr>
          </a:p>
          <a:p>
            <a:r>
              <a:rPr lang="en-US" sz="900" dirty="0">
                <a:latin typeface="Kanit" panose="020B0604020202020204" charset="-34"/>
                <a:cs typeface="Kanit" panose="020B0604020202020204" charset="-34"/>
              </a:rPr>
              <a:t>2. [Greg Hogg], [Stock Price Prediction &amp; Forecasting with LSTM Neural Networks in Python], [2022]. </a:t>
            </a:r>
          </a:p>
          <a:p>
            <a:r>
              <a:rPr lang="en-US" sz="900" dirty="0">
                <a:latin typeface="Kanit" panose="020B0604020202020204" charset="-34"/>
                <a:cs typeface="Kanit" panose="020B0604020202020204" charset="-34"/>
              </a:rPr>
              <a:t>URL: [https://www.youtube.com/watch?v=CbTU92pbDKw&amp;t]</a:t>
            </a:r>
          </a:p>
          <a:p>
            <a:endParaRPr lang="en-US" sz="900" dirty="0">
              <a:latin typeface="Kanit" panose="020B0604020202020204" charset="-34"/>
              <a:cs typeface="Kanit" panose="020B0604020202020204" charset="-34"/>
            </a:endParaRPr>
          </a:p>
          <a:p>
            <a:r>
              <a:rPr lang="en-US" sz="900" dirty="0">
                <a:latin typeface="Kanit" panose="020B0604020202020204" charset="-34"/>
                <a:cs typeface="Kanit" panose="020B0604020202020204" charset="-34"/>
              </a:rPr>
              <a:t>3. [</a:t>
            </a:r>
            <a:r>
              <a:rPr lang="en-US" sz="900" dirty="0" err="1">
                <a:latin typeface="Kanit" panose="020B0604020202020204" charset="-34"/>
                <a:cs typeface="Kanit" panose="020B0604020202020204" charset="-34"/>
              </a:rPr>
              <a:t>CodeTraiding</a:t>
            </a:r>
            <a:r>
              <a:rPr lang="en-US" sz="900" dirty="0">
                <a:latin typeface="Kanit" panose="020B0604020202020204" charset="-34"/>
                <a:cs typeface="Kanit" panose="020B0604020202020204" charset="-34"/>
              </a:rPr>
              <a:t>], [I Built an AI Bot That Reads Market News and Predicts Sentiment Instantly], [2025]. </a:t>
            </a:r>
          </a:p>
          <a:p>
            <a:r>
              <a:rPr lang="en-US" sz="900" dirty="0">
                <a:latin typeface="Kanit" panose="020B0604020202020204" charset="-34"/>
                <a:cs typeface="Kanit" panose="020B0604020202020204" charset="-34"/>
              </a:rPr>
              <a:t>URL: [https://www.youtube.com/watch?v=iW8NtsjTfN0]</a:t>
            </a:r>
          </a:p>
          <a:p>
            <a:endParaRPr lang="en-US" sz="900" dirty="0">
              <a:latin typeface="Kanit" panose="020B0604020202020204" charset="-34"/>
              <a:cs typeface="Kanit" panose="020B0604020202020204" charset="-34"/>
            </a:endParaRPr>
          </a:p>
          <a:p>
            <a:r>
              <a:rPr lang="en-US" sz="900" dirty="0">
                <a:latin typeface="Kanit" panose="020B0604020202020204" charset="-34"/>
                <a:cs typeface="Kanit" panose="020B0604020202020204" charset="-34"/>
              </a:rPr>
              <a:t>4. </a:t>
            </a:r>
            <a:r>
              <a:rPr lang="en-US" sz="900" dirty="0">
                <a:latin typeface="Kanit" panose="020B0604020202020204" charset="-34"/>
                <a:cs typeface="Kanit" panose="020B0604020202020204" charset="-34"/>
                <a:hlinkClick r:id="rId3"/>
              </a:rPr>
              <a:t>https://www.geeksforgeeks.org/machine-learning/stock-price-prediction-using-machine-learning-in-python/</a:t>
            </a:r>
            <a:endParaRPr lang="en-US" sz="900" dirty="0">
              <a:latin typeface="Kanit" panose="020B0604020202020204" charset="-34"/>
              <a:cs typeface="Kanit" panose="020B0604020202020204" charset="-34"/>
            </a:endParaRPr>
          </a:p>
          <a:p>
            <a:endParaRPr lang="en-US" sz="900" dirty="0">
              <a:latin typeface="Kanit" panose="020B0604020202020204" charset="-34"/>
              <a:cs typeface="Kanit" panose="020B0604020202020204" charset="-34"/>
            </a:endParaRPr>
          </a:p>
          <a:p>
            <a:r>
              <a:rPr lang="en-US" sz="900" dirty="0">
                <a:latin typeface="Kanit" panose="020B0604020202020204" charset="-34"/>
                <a:cs typeface="Kanit" panose="020B0604020202020204" charset="-34"/>
              </a:rPr>
              <a:t>5. https://www.geeksforgeeks.org/python/automated-trading-using-python/</a:t>
            </a:r>
          </a:p>
          <a:p>
            <a:br>
              <a:rPr lang="en-US" dirty="0">
                <a:latin typeface="Kanit" panose="020B0604020202020204" charset="-34"/>
                <a:cs typeface="Kanit" panose="020B0604020202020204" charset="-34"/>
              </a:rPr>
            </a:br>
            <a:endParaRPr lang="en-US" dirty="0">
              <a:latin typeface="Kanit" panose="020B0604020202020204" charset="-34"/>
              <a:cs typeface="Kanit" panose="020B0604020202020204" charset="-34"/>
            </a:endParaRP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>
              <a:latin typeface="Kanit" panose="020B0604020202020204" charset="-34"/>
              <a:cs typeface="Kanit" panose="020B0604020202020204" charset="-34"/>
            </a:endParaRPr>
          </a:p>
        </p:txBody>
      </p:sp>
      <p:grpSp>
        <p:nvGrpSpPr>
          <p:cNvPr id="1000" name="Google Shape;1000;p41"/>
          <p:cNvGrpSpPr/>
          <p:nvPr/>
        </p:nvGrpSpPr>
        <p:grpSpPr>
          <a:xfrm>
            <a:off x="7212625" y="766175"/>
            <a:ext cx="1669075" cy="1507300"/>
            <a:chOff x="7212625" y="766175"/>
            <a:chExt cx="1669075" cy="1507300"/>
          </a:xfrm>
        </p:grpSpPr>
        <p:grpSp>
          <p:nvGrpSpPr>
            <p:cNvPr id="1001" name="Google Shape;1001;p41"/>
            <p:cNvGrpSpPr/>
            <p:nvPr/>
          </p:nvGrpSpPr>
          <p:grpSpPr>
            <a:xfrm>
              <a:off x="7499575" y="1823925"/>
              <a:ext cx="1382125" cy="449550"/>
              <a:chOff x="7499575" y="1823925"/>
              <a:chExt cx="1382125" cy="449550"/>
            </a:xfrm>
          </p:grpSpPr>
          <p:grpSp>
            <p:nvGrpSpPr>
              <p:cNvPr id="1002" name="Google Shape;1002;p41"/>
              <p:cNvGrpSpPr/>
              <p:nvPr/>
            </p:nvGrpSpPr>
            <p:grpSpPr>
              <a:xfrm>
                <a:off x="8389725" y="1823925"/>
                <a:ext cx="491975" cy="449550"/>
                <a:chOff x="8389725" y="1823925"/>
                <a:chExt cx="491975" cy="449550"/>
              </a:xfrm>
            </p:grpSpPr>
            <p:cxnSp>
              <p:nvCxnSpPr>
                <p:cNvPr id="1003" name="Google Shape;1003;p41"/>
                <p:cNvCxnSpPr/>
                <p:nvPr/>
              </p:nvCxnSpPr>
              <p:spPr>
                <a:xfrm>
                  <a:off x="8389725" y="1823925"/>
                  <a:ext cx="402900" cy="402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004" name="Google Shape;1004;p41"/>
                <p:cNvSpPr/>
                <p:nvPr/>
              </p:nvSpPr>
              <p:spPr>
                <a:xfrm>
                  <a:off x="8725400" y="2185275"/>
                  <a:ext cx="156300" cy="88200"/>
                </a:xfrm>
                <a:prstGeom prst="ellipse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Kanit" panose="020B0604020202020204" charset="-34"/>
                    <a:ea typeface="Inter"/>
                    <a:cs typeface="Kanit" panose="020B0604020202020204" charset="-34"/>
                    <a:sym typeface="Inter"/>
                  </a:endParaRPr>
                </a:p>
              </p:txBody>
            </p:sp>
          </p:grpSp>
          <p:cxnSp>
            <p:nvCxnSpPr>
              <p:cNvPr id="1005" name="Google Shape;1005;p41"/>
              <p:cNvCxnSpPr/>
              <p:nvPr/>
            </p:nvCxnSpPr>
            <p:spPr>
              <a:xfrm>
                <a:off x="7499575" y="1823925"/>
                <a:ext cx="890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pic>
          <p:nvPicPr>
            <p:cNvPr id="1006" name="Google Shape;100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212625" y="766175"/>
              <a:ext cx="942650" cy="13153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Artificial Intelligence in Finance Theme for Business by Slidego">
  <a:themeElements>
    <a:clrScheme name="Simple Light">
      <a:dk1>
        <a:srgbClr val="000000"/>
      </a:dk1>
      <a:lt1>
        <a:srgbClr val="FFFFFF"/>
      </a:lt1>
      <a:dk2>
        <a:srgbClr val="232121"/>
      </a:dk2>
      <a:lt2>
        <a:srgbClr val="F8F8F8"/>
      </a:lt2>
      <a:accent1>
        <a:srgbClr val="C92727"/>
      </a:accent1>
      <a:accent2>
        <a:srgbClr val="AA1D1D"/>
      </a:accent2>
      <a:accent3>
        <a:srgbClr val="C62828"/>
      </a:accent3>
      <a:accent4>
        <a:srgbClr val="E23D3D"/>
      </a:accent4>
      <a:accent5>
        <a:srgbClr val="EF5656"/>
      </a:accent5>
      <a:accent6>
        <a:srgbClr val="F76D6D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632</Words>
  <Application>Microsoft Office PowerPoint</Application>
  <PresentationFormat>On-screen Show (16:9)</PresentationFormat>
  <Paragraphs>102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Anaheim</vt:lpstr>
      <vt:lpstr>Nunito Light</vt:lpstr>
      <vt:lpstr>Kanit</vt:lpstr>
      <vt:lpstr>Inter</vt:lpstr>
      <vt:lpstr>Arial</vt:lpstr>
      <vt:lpstr>Inter Light</vt:lpstr>
      <vt:lpstr>Artificial Intelligence in Finance Theme for Business by Slidego</vt:lpstr>
      <vt:lpstr>Sistem de Tranzacționare Algoritmică bazat pe Inteligență Artificială</vt:lpstr>
      <vt:lpstr>03</vt:lpstr>
      <vt:lpstr>Descriere (Nevoie)</vt:lpstr>
      <vt:lpstr>Descriere SIA ales</vt:lpstr>
      <vt:lpstr>Dezvoltare proiect software SIA</vt:lpstr>
      <vt:lpstr>Instruire, Validare si Simulare</vt:lpstr>
      <vt:lpstr>Descriere (Nevoie)</vt:lpstr>
      <vt:lpstr>Bibliografie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Andrei Barbu</dc:creator>
  <cp:lastModifiedBy>Denis-Andrei BARBU (139783)</cp:lastModifiedBy>
  <cp:revision>7</cp:revision>
  <dcterms:modified xsi:type="dcterms:W3CDTF">2026-02-11T20:13:15Z</dcterms:modified>
</cp:coreProperties>
</file>